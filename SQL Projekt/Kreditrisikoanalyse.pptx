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73" r:id="rId5"/>
    <p:sldId id="267" r:id="rId6"/>
    <p:sldId id="260" r:id="rId7"/>
    <p:sldId id="262" r:id="rId8"/>
    <p:sldId id="268" r:id="rId9"/>
    <p:sldId id="270" r:id="rId10"/>
    <p:sldId id="269" r:id="rId11"/>
    <p:sldId id="261" r:id="rId12"/>
    <p:sldId id="263" r:id="rId13"/>
    <p:sldId id="265" r:id="rId14"/>
    <p:sldId id="271" r:id="rId15"/>
    <p:sldId id="272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4E5CA-598C-484C-AC78-4E8A6E84FD7E}" v="161" dt="2025-09-09T11:47:44.097"/>
    <p1510:client id="{FC074688-67CB-4E79-9FB2-33F1832A9229}" v="3" dt="2025-09-10T07:33:32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64" autoAdjust="0"/>
    <p:restoredTop sz="97386" autoAdjust="0"/>
  </p:normalViewPr>
  <p:slideViewPr>
    <p:cSldViewPr snapToGrid="0">
      <p:cViewPr varScale="1">
        <p:scale>
          <a:sx n="111" d="100"/>
          <a:sy n="111" d="100"/>
        </p:scale>
        <p:origin x="60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6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m Mendeleev" userId="d85282a0f3ac37fc" providerId="LiveId" clId="{870F4B23-A322-44FA-927E-03AFFAD55496}"/>
    <pc:docChg chg="undo custSel addSld delSld modSld sldOrd modMainMaster">
      <pc:chgData name="Maximilianm Mendeleev" userId="d85282a0f3ac37fc" providerId="LiveId" clId="{870F4B23-A322-44FA-927E-03AFFAD55496}" dt="2025-09-10T07:35:35.841" v="2069" actId="20577"/>
      <pc:docMkLst>
        <pc:docMk/>
      </pc:docMkLst>
      <pc:sldChg chg="addSp delSp modSp mod modNotesTx">
        <pc:chgData name="Maximilianm Mendeleev" userId="d85282a0f3ac37fc" providerId="LiveId" clId="{870F4B23-A322-44FA-927E-03AFFAD55496}" dt="2025-09-09T11:49:33.510" v="1869" actId="207"/>
        <pc:sldMkLst>
          <pc:docMk/>
          <pc:sldMk cId="3444032548" sldId="256"/>
        </pc:sldMkLst>
        <pc:spChg chg="mod">
          <ac:chgData name="Maximilianm Mendeleev" userId="d85282a0f3ac37fc" providerId="LiveId" clId="{870F4B23-A322-44FA-927E-03AFFAD55496}" dt="2025-09-08T13:39:56.290" v="248" actId="26606"/>
          <ac:spMkLst>
            <pc:docMk/>
            <pc:sldMk cId="3444032548" sldId="256"/>
            <ac:spMk id="2" creationId="{BBBF6763-121B-052B-D79E-AA170FB308F3}"/>
          </ac:spMkLst>
        </pc:spChg>
        <pc:spChg chg="mod">
          <ac:chgData name="Maximilianm Mendeleev" userId="d85282a0f3ac37fc" providerId="LiveId" clId="{870F4B23-A322-44FA-927E-03AFFAD55496}" dt="2025-09-08T13:39:56.290" v="248" actId="26606"/>
          <ac:spMkLst>
            <pc:docMk/>
            <pc:sldMk cId="3444032548" sldId="256"/>
            <ac:spMk id="3" creationId="{4E9248D5-253B-2EC1-F94A-8BA688F497E2}"/>
          </ac:spMkLst>
        </pc:spChg>
        <pc:spChg chg="mod">
          <ac:chgData name="Maximilianm Mendeleev" userId="d85282a0f3ac37fc" providerId="LiveId" clId="{870F4B23-A322-44FA-927E-03AFFAD55496}" dt="2025-09-09T11:22:52.049" v="1822" actId="1076"/>
          <ac:spMkLst>
            <pc:docMk/>
            <pc:sldMk cId="3444032548" sldId="256"/>
            <ac:spMk id="4" creationId="{9C4C8664-581A-67D8-320A-11AD889231F7}"/>
          </ac:spMkLst>
        </pc:spChg>
        <pc:spChg chg="mod">
          <ac:chgData name="Maximilianm Mendeleev" userId="d85282a0f3ac37fc" providerId="LiveId" clId="{870F4B23-A322-44FA-927E-03AFFAD55496}" dt="2025-09-09T11:25:05.553" v="1828" actId="6549"/>
          <ac:spMkLst>
            <pc:docMk/>
            <pc:sldMk cId="3444032548" sldId="256"/>
            <ac:spMk id="5" creationId="{5548551C-06E6-649E-24B8-9ABD910E9221}"/>
          </ac:spMkLst>
        </pc:spChg>
        <pc:spChg chg="mod">
          <ac:chgData name="Maximilianm Mendeleev" userId="d85282a0f3ac37fc" providerId="LiveId" clId="{870F4B23-A322-44FA-927E-03AFFAD55496}" dt="2025-09-09T11:49:33.510" v="1869" actId="207"/>
          <ac:spMkLst>
            <pc:docMk/>
            <pc:sldMk cId="3444032548" sldId="256"/>
            <ac:spMk id="6" creationId="{1C24BD88-8037-1EC2-9894-4282E5360DF2}"/>
          </ac:spMkLst>
        </pc:spChg>
        <pc:spChg chg="add">
          <ac:chgData name="Maximilianm Mendeleev" userId="d85282a0f3ac37fc" providerId="LiveId" clId="{870F4B23-A322-44FA-927E-03AFFAD55496}" dt="2025-09-08T13:39:56.294" v="249" actId="26606"/>
          <ac:spMkLst>
            <pc:docMk/>
            <pc:sldMk cId="3444032548" sldId="256"/>
            <ac:spMk id="63" creationId="{19D32F93-50AC-4C46-A5DB-291C60DDB7BD}"/>
          </ac:spMkLst>
        </pc:spChg>
        <pc:spChg chg="add">
          <ac:chgData name="Maximilianm Mendeleev" userId="d85282a0f3ac37fc" providerId="LiveId" clId="{870F4B23-A322-44FA-927E-03AFFAD55496}" dt="2025-09-08T13:39:56.294" v="249" actId="26606"/>
          <ac:spMkLst>
            <pc:docMk/>
            <pc:sldMk cId="3444032548" sldId="256"/>
            <ac:spMk id="64" creationId="{827DC2C4-B485-428A-BF4A-472D2967F47F}"/>
          </ac:spMkLst>
        </pc:spChg>
        <pc:spChg chg="add">
          <ac:chgData name="Maximilianm Mendeleev" userId="d85282a0f3ac37fc" providerId="LiveId" clId="{870F4B23-A322-44FA-927E-03AFFAD55496}" dt="2025-09-08T13:39:56.294" v="249" actId="26606"/>
          <ac:spMkLst>
            <pc:docMk/>
            <pc:sldMk cId="3444032548" sldId="256"/>
            <ac:spMk id="65" creationId="{EE04B5EB-F158-4507-90DD-BD23620C7CC9}"/>
          </ac:spMkLst>
        </pc:spChg>
        <pc:picChg chg="mod ord">
          <ac:chgData name="Maximilianm Mendeleev" userId="d85282a0f3ac37fc" providerId="LiveId" clId="{870F4B23-A322-44FA-927E-03AFFAD55496}" dt="2025-09-08T13:39:56.290" v="248" actId="26606"/>
          <ac:picMkLst>
            <pc:docMk/>
            <pc:sldMk cId="3444032548" sldId="256"/>
            <ac:picMk id="7" creationId="{6077A166-A2CF-5738-BD92-1233CF8C80C8}"/>
          </ac:picMkLst>
        </pc:picChg>
      </pc:sldChg>
      <pc:sldChg chg="addSp delSp modSp mod modNotesTx">
        <pc:chgData name="Maximilianm Mendeleev" userId="d85282a0f3ac37fc" providerId="LiveId" clId="{870F4B23-A322-44FA-927E-03AFFAD55496}" dt="2025-09-09T11:22:59.139" v="1823" actId="1076"/>
        <pc:sldMkLst>
          <pc:docMk/>
          <pc:sldMk cId="3386503177" sldId="257"/>
        </pc:sldMkLst>
        <pc:spChg chg="mod">
          <ac:chgData name="Maximilianm Mendeleev" userId="d85282a0f3ac37fc" providerId="LiveId" clId="{870F4B23-A322-44FA-927E-03AFFAD55496}" dt="2025-09-09T11:22:59.139" v="1823" actId="1076"/>
          <ac:spMkLst>
            <pc:docMk/>
            <pc:sldMk cId="3386503177" sldId="257"/>
            <ac:spMk id="3" creationId="{52140624-3463-E75E-C8C1-FD53645DCFBE}"/>
          </ac:spMkLst>
        </pc:spChg>
        <pc:graphicFrameChg chg="add modGraphic">
          <ac:chgData name="Maximilianm Mendeleev" userId="d85282a0f3ac37fc" providerId="LiveId" clId="{870F4B23-A322-44FA-927E-03AFFAD55496}" dt="2025-09-08T13:37:56.350" v="242" actId="26606"/>
          <ac:graphicFrameMkLst>
            <pc:docMk/>
            <pc:sldMk cId="3386503177" sldId="257"/>
            <ac:graphicFrameMk id="17" creationId="{09960BE0-22FB-AF99-164E-8A946F296EFD}"/>
          </ac:graphicFrameMkLst>
        </pc:graphicFrameChg>
      </pc:sldChg>
      <pc:sldChg chg="modSp mod modNotesTx">
        <pc:chgData name="Maximilianm Mendeleev" userId="d85282a0f3ac37fc" providerId="LiveId" clId="{870F4B23-A322-44FA-927E-03AFFAD55496}" dt="2025-09-09T11:23:08.102" v="1824" actId="1076"/>
        <pc:sldMkLst>
          <pc:docMk/>
          <pc:sldMk cId="2030921600" sldId="259"/>
        </pc:sldMkLst>
        <pc:spChg chg="mod">
          <ac:chgData name="Maximilianm Mendeleev" userId="d85282a0f3ac37fc" providerId="LiveId" clId="{870F4B23-A322-44FA-927E-03AFFAD55496}" dt="2025-09-09T11:23:08.102" v="1824" actId="1076"/>
          <ac:spMkLst>
            <pc:docMk/>
            <pc:sldMk cId="2030921600" sldId="259"/>
            <ac:spMk id="3" creationId="{C59EA681-4491-E3E6-6614-F828B7A78D7C}"/>
          </ac:spMkLst>
        </pc:spChg>
      </pc:sldChg>
      <pc:sldChg chg="modNotesTx">
        <pc:chgData name="Maximilianm Mendeleev" userId="d85282a0f3ac37fc" providerId="LiveId" clId="{870F4B23-A322-44FA-927E-03AFFAD55496}" dt="2025-09-08T14:36:32.755" v="1007" actId="20577"/>
        <pc:sldMkLst>
          <pc:docMk/>
          <pc:sldMk cId="1776120601" sldId="260"/>
        </pc:sldMkLst>
      </pc:sldChg>
      <pc:sldChg chg="addSp delSp modSp mod setBg modNotesTx">
        <pc:chgData name="Maximilianm Mendeleev" userId="d85282a0f3ac37fc" providerId="LiveId" clId="{870F4B23-A322-44FA-927E-03AFFAD55496}" dt="2025-09-08T14:51:15.387" v="1326" actId="20577"/>
        <pc:sldMkLst>
          <pc:docMk/>
          <pc:sldMk cId="3769978307" sldId="261"/>
        </pc:sldMkLst>
        <pc:spChg chg="mod ord">
          <ac:chgData name="Maximilianm Mendeleev" userId="d85282a0f3ac37fc" providerId="LiveId" clId="{870F4B23-A322-44FA-927E-03AFFAD55496}" dt="2025-09-08T13:32:37.419" v="8" actId="26606"/>
          <ac:spMkLst>
            <pc:docMk/>
            <pc:sldMk cId="3769978307" sldId="261"/>
            <ac:spMk id="2" creationId="{65821223-3757-E8AE-BA70-45F3677B4F4A}"/>
          </ac:spMkLst>
        </pc:spChg>
        <pc:spChg chg="add">
          <ac:chgData name="Maximilianm Mendeleev" userId="d85282a0f3ac37fc" providerId="LiveId" clId="{870F4B23-A322-44FA-927E-03AFFAD55496}" dt="2025-09-08T13:32:37.419" v="8" actId="26606"/>
          <ac:spMkLst>
            <pc:docMk/>
            <pc:sldMk cId="3769978307" sldId="261"/>
            <ac:spMk id="27" creationId="{19D32F93-50AC-4C46-A5DB-291C60DDB7BD}"/>
          </ac:spMkLst>
        </pc:spChg>
        <pc:spChg chg="add">
          <ac:chgData name="Maximilianm Mendeleev" userId="d85282a0f3ac37fc" providerId="LiveId" clId="{870F4B23-A322-44FA-927E-03AFFAD55496}" dt="2025-09-08T13:32:37.419" v="8" actId="26606"/>
          <ac:spMkLst>
            <pc:docMk/>
            <pc:sldMk cId="3769978307" sldId="261"/>
            <ac:spMk id="29" creationId="{827DC2C4-B485-428A-BF4A-472D2967F47F}"/>
          </ac:spMkLst>
        </pc:spChg>
        <pc:spChg chg="add">
          <ac:chgData name="Maximilianm Mendeleev" userId="d85282a0f3ac37fc" providerId="LiveId" clId="{870F4B23-A322-44FA-927E-03AFFAD55496}" dt="2025-09-08T13:32:37.419" v="8" actId="26606"/>
          <ac:spMkLst>
            <pc:docMk/>
            <pc:sldMk cId="3769978307" sldId="261"/>
            <ac:spMk id="31" creationId="{EE04B5EB-F158-4507-90DD-BD23620C7CC9}"/>
          </ac:spMkLst>
        </pc:spChg>
        <pc:picChg chg="add mod">
          <ac:chgData name="Maximilianm Mendeleev" userId="d85282a0f3ac37fc" providerId="LiveId" clId="{870F4B23-A322-44FA-927E-03AFFAD55496}" dt="2025-09-08T13:32:37.419" v="8" actId="26606"/>
          <ac:picMkLst>
            <pc:docMk/>
            <pc:sldMk cId="3769978307" sldId="261"/>
            <ac:picMk id="13" creationId="{610BF301-5BA2-3686-88FF-21D8743F44B5}"/>
          </ac:picMkLst>
        </pc:picChg>
      </pc:sldChg>
      <pc:sldChg chg="addSp delSp modSp mod ord modNotesTx">
        <pc:chgData name="Maximilianm Mendeleev" userId="d85282a0f3ac37fc" providerId="LiveId" clId="{870F4B23-A322-44FA-927E-03AFFAD55496}" dt="2025-09-09T11:16:25.723" v="1815" actId="962"/>
        <pc:sldMkLst>
          <pc:docMk/>
          <pc:sldMk cId="757769630" sldId="262"/>
        </pc:sldMkLst>
        <pc:spChg chg="mod ord">
          <ac:chgData name="Maximilianm Mendeleev" userId="d85282a0f3ac37fc" providerId="LiveId" clId="{870F4B23-A322-44FA-927E-03AFFAD55496}" dt="2025-09-09T11:16:23.283" v="1813" actId="26606"/>
          <ac:spMkLst>
            <pc:docMk/>
            <pc:sldMk cId="757769630" sldId="262"/>
            <ac:spMk id="2" creationId="{101E71EA-0A98-3EB1-CA9B-D3DDF4C10A49}"/>
          </ac:spMkLst>
        </pc:spChg>
        <pc:spChg chg="del">
          <ac:chgData name="Maximilianm Mendeleev" userId="d85282a0f3ac37fc" providerId="LiveId" clId="{870F4B23-A322-44FA-927E-03AFFAD55496}" dt="2025-09-09T11:16:23.283" v="1813" actId="26606"/>
          <ac:spMkLst>
            <pc:docMk/>
            <pc:sldMk cId="757769630" sldId="262"/>
            <ac:spMk id="43" creationId="{19D32F93-50AC-4C46-A5DB-291C60DDB7BD}"/>
          </ac:spMkLst>
        </pc:spChg>
        <pc:spChg chg="del">
          <ac:chgData name="Maximilianm Mendeleev" userId="d85282a0f3ac37fc" providerId="LiveId" clId="{870F4B23-A322-44FA-927E-03AFFAD55496}" dt="2025-09-09T11:16:23.283" v="1813" actId="26606"/>
          <ac:spMkLst>
            <pc:docMk/>
            <pc:sldMk cId="757769630" sldId="262"/>
            <ac:spMk id="44" creationId="{827DC2C4-B485-428A-BF4A-472D2967F47F}"/>
          </ac:spMkLst>
        </pc:spChg>
        <pc:spChg chg="del">
          <ac:chgData name="Maximilianm Mendeleev" userId="d85282a0f3ac37fc" providerId="LiveId" clId="{870F4B23-A322-44FA-927E-03AFFAD55496}" dt="2025-09-09T11:16:23.283" v="1813" actId="26606"/>
          <ac:spMkLst>
            <pc:docMk/>
            <pc:sldMk cId="757769630" sldId="262"/>
            <ac:spMk id="45" creationId="{EE04B5EB-F158-4507-90DD-BD23620C7CC9}"/>
          </ac:spMkLst>
        </pc:spChg>
        <pc:spChg chg="add">
          <ac:chgData name="Maximilianm Mendeleev" userId="d85282a0f3ac37fc" providerId="LiveId" clId="{870F4B23-A322-44FA-927E-03AFFAD55496}" dt="2025-09-09T11:16:23.283" v="1813" actId="26606"/>
          <ac:spMkLst>
            <pc:docMk/>
            <pc:sldMk cId="757769630" sldId="262"/>
            <ac:spMk id="50" creationId="{19D32F93-50AC-4C46-A5DB-291C60DDB7BD}"/>
          </ac:spMkLst>
        </pc:spChg>
        <pc:spChg chg="add">
          <ac:chgData name="Maximilianm Mendeleev" userId="d85282a0f3ac37fc" providerId="LiveId" clId="{870F4B23-A322-44FA-927E-03AFFAD55496}" dt="2025-09-09T11:16:23.283" v="1813" actId="26606"/>
          <ac:spMkLst>
            <pc:docMk/>
            <pc:sldMk cId="757769630" sldId="262"/>
            <ac:spMk id="52" creationId="{827DC2C4-B485-428A-BF4A-472D2967F47F}"/>
          </ac:spMkLst>
        </pc:spChg>
        <pc:spChg chg="add">
          <ac:chgData name="Maximilianm Mendeleev" userId="d85282a0f3ac37fc" providerId="LiveId" clId="{870F4B23-A322-44FA-927E-03AFFAD55496}" dt="2025-09-09T11:16:23.283" v="1813" actId="26606"/>
          <ac:spMkLst>
            <pc:docMk/>
            <pc:sldMk cId="757769630" sldId="262"/>
            <ac:spMk id="54" creationId="{EE04B5EB-F158-4507-90DD-BD23620C7CC9}"/>
          </ac:spMkLst>
        </pc:spChg>
        <pc:picChg chg="add mod">
          <ac:chgData name="Maximilianm Mendeleev" userId="d85282a0f3ac37fc" providerId="LiveId" clId="{870F4B23-A322-44FA-927E-03AFFAD55496}" dt="2025-09-09T11:16:25.723" v="1815" actId="962"/>
          <ac:picMkLst>
            <pc:docMk/>
            <pc:sldMk cId="757769630" sldId="262"/>
            <ac:picMk id="4" creationId="{296EBF84-3E32-FEFC-E8B1-1C4049207C4B}"/>
          </ac:picMkLst>
        </pc:picChg>
        <pc:picChg chg="del">
          <ac:chgData name="Maximilianm Mendeleev" userId="d85282a0f3ac37fc" providerId="LiveId" clId="{870F4B23-A322-44FA-927E-03AFFAD55496}" dt="2025-09-09T11:16:20.564" v="1811" actId="478"/>
          <ac:picMkLst>
            <pc:docMk/>
            <pc:sldMk cId="757769630" sldId="262"/>
            <ac:picMk id="7" creationId="{C4D9E8BD-E3FA-2D0E-4B1A-E8D85345D5B0}"/>
          </ac:picMkLst>
        </pc:picChg>
      </pc:sldChg>
      <pc:sldChg chg="modNotesTx">
        <pc:chgData name="Maximilianm Mendeleev" userId="d85282a0f3ac37fc" providerId="LiveId" clId="{870F4B23-A322-44FA-927E-03AFFAD55496}" dt="2025-09-08T14:53:22.328" v="1350" actId="20577"/>
        <pc:sldMkLst>
          <pc:docMk/>
          <pc:sldMk cId="1066043755" sldId="263"/>
        </pc:sldMkLst>
      </pc:sldChg>
      <pc:sldChg chg="addSp modSp del mod ord">
        <pc:chgData name="Maximilianm Mendeleev" userId="d85282a0f3ac37fc" providerId="LiveId" clId="{870F4B23-A322-44FA-927E-03AFFAD55496}" dt="2025-09-08T14:59:39.294" v="1442" actId="47"/>
        <pc:sldMkLst>
          <pc:docMk/>
          <pc:sldMk cId="910577820" sldId="264"/>
        </pc:sldMkLst>
      </pc:sldChg>
      <pc:sldChg chg="addSp delSp modSp mod ord setBg modNotesTx">
        <pc:chgData name="Maximilianm Mendeleev" userId="d85282a0f3ac37fc" providerId="LiveId" clId="{870F4B23-A322-44FA-927E-03AFFAD55496}" dt="2025-09-09T10:52:39.437" v="1545" actId="20577"/>
        <pc:sldMkLst>
          <pc:docMk/>
          <pc:sldMk cId="590471610" sldId="265"/>
        </pc:sldMkLst>
        <pc:spChg chg="mod">
          <ac:chgData name="Maximilianm Mendeleev" userId="d85282a0f3ac37fc" providerId="LiveId" clId="{870F4B23-A322-44FA-927E-03AFFAD55496}" dt="2025-09-09T10:48:17.343" v="1498" actId="26606"/>
          <ac:spMkLst>
            <pc:docMk/>
            <pc:sldMk cId="590471610" sldId="265"/>
            <ac:spMk id="2" creationId="{C1F42589-63D3-171A-FC53-B49E3C061BEF}"/>
          </ac:spMkLst>
        </pc:spChg>
        <pc:spChg chg="add del mod">
          <ac:chgData name="Maximilianm Mendeleev" userId="d85282a0f3ac37fc" providerId="LiveId" clId="{870F4B23-A322-44FA-927E-03AFFAD55496}" dt="2025-09-09T10:48:17.365" v="1499" actId="26606"/>
          <ac:spMkLst>
            <pc:docMk/>
            <pc:sldMk cId="590471610" sldId="265"/>
            <ac:spMk id="3" creationId="{B7CA608B-29C0-DF37-4DC9-1F1CE509E44D}"/>
          </ac:spMkLst>
        </pc:spChg>
        <pc:spChg chg="add mod">
          <ac:chgData name="Maximilianm Mendeleev" userId="d85282a0f3ac37fc" providerId="LiveId" clId="{870F4B23-A322-44FA-927E-03AFFAD55496}" dt="2025-09-09T10:47:03.916" v="1472"/>
          <ac:spMkLst>
            <pc:docMk/>
            <pc:sldMk cId="590471610" sldId="265"/>
            <ac:spMk id="4" creationId="{2D63BA9D-FD1F-0AF7-A0AC-636F8BAE11B0}"/>
          </ac:spMkLst>
        </pc:spChg>
        <pc:spChg chg="add">
          <ac:chgData name="Maximilianm Mendeleev" userId="d85282a0f3ac37fc" providerId="LiveId" clId="{870F4B23-A322-44FA-927E-03AFFAD55496}" dt="2025-09-09T10:47:14.443" v="1475"/>
          <ac:spMkLst>
            <pc:docMk/>
            <pc:sldMk cId="590471610" sldId="265"/>
            <ac:spMk id="5" creationId="{6DBA8336-0256-4C27-2E33-3B06E4566F88}"/>
          </ac:spMkLst>
        </pc:spChg>
        <pc:spChg chg="add del">
          <ac:chgData name="Maximilianm Mendeleev" userId="d85282a0f3ac37fc" providerId="LiveId" clId="{870F4B23-A322-44FA-927E-03AFFAD55496}" dt="2025-09-09T10:48:17.365" v="1499" actId="26606"/>
          <ac:spMkLst>
            <pc:docMk/>
            <pc:sldMk cId="590471610" sldId="265"/>
            <ac:spMk id="8" creationId="{081EA652-8C6A-4E69-BEB9-170809474553}"/>
          </ac:spMkLst>
        </pc:spChg>
        <pc:spChg chg="add del">
          <ac:chgData name="Maximilianm Mendeleev" userId="d85282a0f3ac37fc" providerId="LiveId" clId="{870F4B23-A322-44FA-927E-03AFFAD55496}" dt="2025-09-09T10:48:17.365" v="1499" actId="26606"/>
          <ac:spMkLst>
            <pc:docMk/>
            <pc:sldMk cId="590471610" sldId="265"/>
            <ac:spMk id="10" creationId="{5298780A-33B9-4EA2-8F67-DE68AD62841B}"/>
          </ac:spMkLst>
        </pc:spChg>
        <pc:spChg chg="add del">
          <ac:chgData name="Maximilianm Mendeleev" userId="d85282a0f3ac37fc" providerId="LiveId" clId="{870F4B23-A322-44FA-927E-03AFFAD55496}" dt="2025-09-09T10:48:17.365" v="1499" actId="26606"/>
          <ac:spMkLst>
            <pc:docMk/>
            <pc:sldMk cId="590471610" sldId="265"/>
            <ac:spMk id="12" creationId="{7F488E8B-4E1E-4402-8935-D4E6C02615C7}"/>
          </ac:spMkLst>
        </pc:spChg>
        <pc:spChg chg="add del">
          <ac:chgData name="Maximilianm Mendeleev" userId="d85282a0f3ac37fc" providerId="LiveId" clId="{870F4B23-A322-44FA-927E-03AFFAD55496}" dt="2025-09-09T10:48:17.343" v="1498" actId="26606"/>
          <ac:spMkLst>
            <pc:docMk/>
            <pc:sldMk cId="590471610" sldId="265"/>
            <ac:spMk id="20" creationId="{B7CA608B-29C0-DF37-4DC9-1F1CE509E44D}"/>
          </ac:spMkLst>
        </pc:spChg>
        <pc:spChg chg="add del">
          <ac:chgData name="Maximilianm Mendeleev" userId="d85282a0f3ac37fc" providerId="LiveId" clId="{870F4B23-A322-44FA-927E-03AFFAD55496}" dt="2025-09-09T10:48:17.343" v="1498" actId="26606"/>
          <ac:spMkLst>
            <pc:docMk/>
            <pc:sldMk cId="590471610" sldId="265"/>
            <ac:spMk id="21" creationId="{5D7F64A8-D625-4F61-A290-B499BB62ACFF}"/>
          </ac:spMkLst>
        </pc:spChg>
        <pc:spChg chg="add">
          <ac:chgData name="Maximilianm Mendeleev" userId="d85282a0f3ac37fc" providerId="LiveId" clId="{870F4B23-A322-44FA-927E-03AFFAD55496}" dt="2025-09-09T10:48:17.365" v="1499" actId="26606"/>
          <ac:spMkLst>
            <pc:docMk/>
            <pc:sldMk cId="590471610" sldId="265"/>
            <ac:spMk id="23" creationId="{081EA652-8C6A-4E69-BEB9-170809474553}"/>
          </ac:spMkLst>
        </pc:spChg>
        <pc:spChg chg="add">
          <ac:chgData name="Maximilianm Mendeleev" userId="d85282a0f3ac37fc" providerId="LiveId" clId="{870F4B23-A322-44FA-927E-03AFFAD55496}" dt="2025-09-09T10:48:17.365" v="1499" actId="26606"/>
          <ac:spMkLst>
            <pc:docMk/>
            <pc:sldMk cId="590471610" sldId="265"/>
            <ac:spMk id="24" creationId="{5298780A-33B9-4EA2-8F67-DE68AD62841B}"/>
          </ac:spMkLst>
        </pc:spChg>
        <pc:spChg chg="add">
          <ac:chgData name="Maximilianm Mendeleev" userId="d85282a0f3ac37fc" providerId="LiveId" clId="{870F4B23-A322-44FA-927E-03AFFAD55496}" dt="2025-09-09T10:48:17.365" v="1499" actId="26606"/>
          <ac:spMkLst>
            <pc:docMk/>
            <pc:sldMk cId="590471610" sldId="265"/>
            <ac:spMk id="25" creationId="{7F488E8B-4E1E-4402-8935-D4E6C02615C7}"/>
          </ac:spMkLst>
        </pc:spChg>
        <pc:graphicFrameChg chg="add del">
          <ac:chgData name="Maximilianm Mendeleev" userId="d85282a0f3ac37fc" providerId="LiveId" clId="{870F4B23-A322-44FA-927E-03AFFAD55496}" dt="2025-09-09T10:48:11.903" v="1494" actId="26606"/>
          <ac:graphicFrameMkLst>
            <pc:docMk/>
            <pc:sldMk cId="590471610" sldId="265"/>
            <ac:graphicFrameMk id="14" creationId="{5304E9BB-4DD0-0E29-EC53-D63AF1B8DF0C}"/>
          </ac:graphicFrameMkLst>
        </pc:graphicFrameChg>
        <pc:graphicFrameChg chg="add del">
          <ac:chgData name="Maximilianm Mendeleev" userId="d85282a0f3ac37fc" providerId="LiveId" clId="{870F4B23-A322-44FA-927E-03AFFAD55496}" dt="2025-09-09T10:48:15.659" v="1496" actId="26606"/>
          <ac:graphicFrameMkLst>
            <pc:docMk/>
            <pc:sldMk cId="590471610" sldId="265"/>
            <ac:graphicFrameMk id="16" creationId="{D1D3E211-ADD0-E1CF-366F-1FE0213CDFD5}"/>
          </ac:graphicFrameMkLst>
        </pc:graphicFrameChg>
        <pc:graphicFrameChg chg="add">
          <ac:chgData name="Maximilianm Mendeleev" userId="d85282a0f3ac37fc" providerId="LiveId" clId="{870F4B23-A322-44FA-927E-03AFFAD55496}" dt="2025-09-09T10:48:17.365" v="1499" actId="26606"/>
          <ac:graphicFrameMkLst>
            <pc:docMk/>
            <pc:sldMk cId="590471610" sldId="265"/>
            <ac:graphicFrameMk id="26" creationId="{5304E9BB-4DD0-0E29-EC53-D63AF1B8DF0C}"/>
          </ac:graphicFrameMkLst>
        </pc:graphicFrameChg>
        <pc:picChg chg="add del">
          <ac:chgData name="Maximilianm Mendeleev" userId="d85282a0f3ac37fc" providerId="LiveId" clId="{870F4B23-A322-44FA-927E-03AFFAD55496}" dt="2025-09-09T10:48:17.343" v="1498" actId="26606"/>
          <ac:picMkLst>
            <pc:docMk/>
            <pc:sldMk cId="590471610" sldId="265"/>
            <ac:picMk id="18" creationId="{711C9656-1060-421F-9BE5-A5A47D597A29}"/>
          </ac:picMkLst>
        </pc:picChg>
        <pc:picChg chg="add del">
          <ac:chgData name="Maximilianm Mendeleev" userId="d85282a0f3ac37fc" providerId="LiveId" clId="{870F4B23-A322-44FA-927E-03AFFAD55496}" dt="2025-09-09T10:48:17.343" v="1498" actId="26606"/>
          <ac:picMkLst>
            <pc:docMk/>
            <pc:sldMk cId="590471610" sldId="265"/>
            <ac:picMk id="19" creationId="{924BB636-23E7-0F51-F26B-AC6C1B3AFFBD}"/>
          </ac:picMkLst>
        </pc:picChg>
      </pc:sldChg>
      <pc:sldChg chg="modNotesTx">
        <pc:chgData name="Maximilianm Mendeleev" userId="d85282a0f3ac37fc" providerId="LiveId" clId="{870F4B23-A322-44FA-927E-03AFFAD55496}" dt="2025-09-10T07:35:35.841" v="2069" actId="20577"/>
        <pc:sldMkLst>
          <pc:docMk/>
          <pc:sldMk cId="2427274056" sldId="267"/>
        </pc:sldMkLst>
      </pc:sldChg>
      <pc:sldChg chg="modNotesTx">
        <pc:chgData name="Maximilianm Mendeleev" userId="d85282a0f3ac37fc" providerId="LiveId" clId="{870F4B23-A322-44FA-927E-03AFFAD55496}" dt="2025-09-08T14:43:36.941" v="1152" actId="20577"/>
        <pc:sldMkLst>
          <pc:docMk/>
          <pc:sldMk cId="3787281807" sldId="268"/>
        </pc:sldMkLst>
      </pc:sldChg>
      <pc:sldChg chg="ord modNotesTx">
        <pc:chgData name="Maximilianm Mendeleev" userId="d85282a0f3ac37fc" providerId="LiveId" clId="{870F4B23-A322-44FA-927E-03AFFAD55496}" dt="2025-09-09T12:37:49.915" v="1875" actId="20577"/>
        <pc:sldMkLst>
          <pc:docMk/>
          <pc:sldMk cId="2960977294" sldId="269"/>
        </pc:sldMkLst>
      </pc:sldChg>
      <pc:sldChg chg="mod modNotesTx">
        <pc:chgData name="Maximilianm Mendeleev" userId="d85282a0f3ac37fc" providerId="LiveId" clId="{870F4B23-A322-44FA-927E-03AFFAD55496}" dt="2025-09-09T11:17:36.066" v="1821" actId="27918"/>
        <pc:sldMkLst>
          <pc:docMk/>
          <pc:sldMk cId="2366917479" sldId="270"/>
        </pc:sldMkLst>
      </pc:sldChg>
      <pc:sldChg chg="addSp delSp modSp new mod ord setBg modNotesTx">
        <pc:chgData name="Maximilianm Mendeleev" userId="d85282a0f3ac37fc" providerId="LiveId" clId="{870F4B23-A322-44FA-927E-03AFFAD55496}" dt="2025-09-09T10:55:23.120" v="1564" actId="20577"/>
        <pc:sldMkLst>
          <pc:docMk/>
          <pc:sldMk cId="1861041776" sldId="271"/>
        </pc:sldMkLst>
        <pc:spChg chg="mod">
          <ac:chgData name="Maximilianm Mendeleev" userId="d85282a0f3ac37fc" providerId="LiveId" clId="{870F4B23-A322-44FA-927E-03AFFAD55496}" dt="2025-09-08T14:58:41.277" v="1408" actId="26606"/>
          <ac:spMkLst>
            <pc:docMk/>
            <pc:sldMk cId="1861041776" sldId="271"/>
            <ac:spMk id="2" creationId="{3E0FBE6C-C35C-3A10-9AA4-05CD3D4E826F}"/>
          </ac:spMkLst>
        </pc:spChg>
        <pc:spChg chg="add">
          <ac:chgData name="Maximilianm Mendeleev" userId="d85282a0f3ac37fc" providerId="LiveId" clId="{870F4B23-A322-44FA-927E-03AFFAD55496}" dt="2025-09-08T14:59:29.026" v="1439" actId="26606"/>
          <ac:spMkLst>
            <pc:docMk/>
            <pc:sldMk cId="1861041776" sldId="271"/>
            <ac:spMk id="136" creationId="{081EA652-8C6A-4E69-BEB9-170809474553}"/>
          </ac:spMkLst>
        </pc:spChg>
        <pc:spChg chg="add">
          <ac:chgData name="Maximilianm Mendeleev" userId="d85282a0f3ac37fc" providerId="LiveId" clId="{870F4B23-A322-44FA-927E-03AFFAD55496}" dt="2025-09-08T14:59:29.026" v="1439" actId="26606"/>
          <ac:spMkLst>
            <pc:docMk/>
            <pc:sldMk cId="1861041776" sldId="271"/>
            <ac:spMk id="137" creationId="{5298780A-33B9-4EA2-8F67-DE68AD62841B}"/>
          </ac:spMkLst>
        </pc:spChg>
        <pc:spChg chg="add">
          <ac:chgData name="Maximilianm Mendeleev" userId="d85282a0f3ac37fc" providerId="LiveId" clId="{870F4B23-A322-44FA-927E-03AFFAD55496}" dt="2025-09-08T14:59:29.026" v="1439" actId="26606"/>
          <ac:spMkLst>
            <pc:docMk/>
            <pc:sldMk cId="1861041776" sldId="271"/>
            <ac:spMk id="138" creationId="{7F488E8B-4E1E-4402-8935-D4E6C02615C7}"/>
          </ac:spMkLst>
        </pc:spChg>
        <pc:graphicFrameChg chg="add">
          <ac:chgData name="Maximilianm Mendeleev" userId="d85282a0f3ac37fc" providerId="LiveId" clId="{870F4B23-A322-44FA-927E-03AFFAD55496}" dt="2025-09-08T14:59:29.026" v="1439" actId="26606"/>
          <ac:graphicFrameMkLst>
            <pc:docMk/>
            <pc:sldMk cId="1861041776" sldId="271"/>
            <ac:graphicFrameMk id="139" creationId="{9B4FB554-954C-5E19-3CC8-6A0C61566D07}"/>
          </ac:graphicFrameMkLst>
        </pc:graphicFrameChg>
      </pc:sldChg>
      <pc:sldChg chg="addSp delSp modSp new mod setBg modNotesTx">
        <pc:chgData name="Maximilianm Mendeleev" userId="d85282a0f3ac37fc" providerId="LiveId" clId="{870F4B23-A322-44FA-927E-03AFFAD55496}" dt="2025-09-09T10:58:08.616" v="1725" actId="20577"/>
        <pc:sldMkLst>
          <pc:docMk/>
          <pc:sldMk cId="1279975970" sldId="272"/>
        </pc:sldMkLst>
        <pc:spChg chg="mod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2" creationId="{534B5787-B077-821A-EF93-C805FE83FA27}"/>
          </ac:spMkLst>
        </pc:spChg>
        <pc:spChg chg="mod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3" creationId="{80151638-D90C-200C-4786-682E3FA2EBC9}"/>
          </ac:spMkLst>
        </pc:spChg>
        <pc:spChg chg="add del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8" creationId="{934F1179-B481-4F9E-BCA3-AFB972070F83}"/>
          </ac:spMkLst>
        </pc:spChg>
        <pc:spChg chg="add del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10" creationId="{827DC2C4-B485-428A-BF4A-472D2967F47F}"/>
          </ac:spMkLst>
        </pc:spChg>
        <pc:spChg chg="add del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12" creationId="{EE04B5EB-F158-4507-90DD-BD23620C7CC9}"/>
          </ac:spMkLst>
        </pc:spChg>
        <pc:spChg chg="add del">
          <ac:chgData name="Maximilianm Mendeleev" userId="d85282a0f3ac37fc" providerId="LiveId" clId="{870F4B23-A322-44FA-927E-03AFFAD55496}" dt="2025-09-09T10:57:25.886" v="1610" actId="26606"/>
          <ac:spMkLst>
            <pc:docMk/>
            <pc:sldMk cId="1279975970" sldId="272"/>
            <ac:spMk id="17" creationId="{879EECFE-814E-4B68-96A7-86A795BD22F7}"/>
          </ac:spMkLst>
        </pc:spChg>
        <pc:spChg chg="add del">
          <ac:chgData name="Maximilianm Mendeleev" userId="d85282a0f3ac37fc" providerId="LiveId" clId="{870F4B23-A322-44FA-927E-03AFFAD55496}" dt="2025-09-09T10:57:25.886" v="1610" actId="26606"/>
          <ac:spMkLst>
            <pc:docMk/>
            <pc:sldMk cId="1279975970" sldId="272"/>
            <ac:spMk id="19" creationId="{AF180F00-B4B2-4196-BB1C-ECD21B03F0A9}"/>
          </ac:spMkLst>
        </pc:spChg>
        <pc:spChg chg="add del">
          <ac:chgData name="Maximilianm Mendeleev" userId="d85282a0f3ac37fc" providerId="LiveId" clId="{870F4B23-A322-44FA-927E-03AFFAD55496}" dt="2025-09-09T10:57:25.886" v="1610" actId="26606"/>
          <ac:spMkLst>
            <pc:docMk/>
            <pc:sldMk cId="1279975970" sldId="272"/>
            <ac:spMk id="21" creationId="{EE04B5EB-F158-4507-90DD-BD23620C7CC9}"/>
          </ac:spMkLst>
        </pc:spChg>
        <pc:spChg chg="add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25" creationId="{4522B21E-B2B9-4C72-9A71-C87EFD137480}"/>
          </ac:spMkLst>
        </pc:spChg>
        <pc:spChg chg="add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26" creationId="{5EB7D2A2-F448-44D4-938C-DC84CBCB3B1E}"/>
          </ac:spMkLst>
        </pc:spChg>
        <pc:spChg chg="add">
          <ac:chgData name="Maximilianm Mendeleev" userId="d85282a0f3ac37fc" providerId="LiveId" clId="{870F4B23-A322-44FA-927E-03AFFAD55496}" dt="2025-09-09T10:57:25.895" v="1611" actId="26606"/>
          <ac:spMkLst>
            <pc:docMk/>
            <pc:sldMk cId="1279975970" sldId="272"/>
            <ac:spMk id="27" creationId="{871AEA07-1E14-44B4-8E55-64EF049CD66F}"/>
          </ac:spMkLst>
        </pc:spChg>
        <pc:cxnChg chg="add del">
          <ac:chgData name="Maximilianm Mendeleev" userId="d85282a0f3ac37fc" providerId="LiveId" clId="{870F4B23-A322-44FA-927E-03AFFAD55496}" dt="2025-09-09T10:57:25.886" v="1610" actId="26606"/>
          <ac:cxnSpMkLst>
            <pc:docMk/>
            <pc:sldMk cId="1279975970" sldId="272"/>
            <ac:cxnSpMk id="23" creationId="{BDF0D3DE-EC74-4C9F-AFA1-DC5CE5236B1F}"/>
          </ac:cxnSpMkLst>
        </pc:cxnChg>
        <pc:cxnChg chg="add">
          <ac:chgData name="Maximilianm Mendeleev" userId="d85282a0f3ac37fc" providerId="LiveId" clId="{870F4B23-A322-44FA-927E-03AFFAD55496}" dt="2025-09-09T10:57:25.895" v="1611" actId="26606"/>
          <ac:cxnSpMkLst>
            <pc:docMk/>
            <pc:sldMk cId="1279975970" sldId="272"/>
            <ac:cxnSpMk id="28" creationId="{F7C8EA93-3210-4C62-99E9-153C275E3A87}"/>
          </ac:cxnSpMkLst>
        </pc:cxnChg>
      </pc:sldChg>
      <pc:sldChg chg="addSp delSp modSp new mod setBg modNotesTx">
        <pc:chgData name="Maximilianm Mendeleev" userId="d85282a0f3ac37fc" providerId="LiveId" clId="{870F4B23-A322-44FA-927E-03AFFAD55496}" dt="2025-09-10T07:34:35.467" v="1936" actId="6549"/>
        <pc:sldMkLst>
          <pc:docMk/>
          <pc:sldMk cId="800669266" sldId="273"/>
        </pc:sldMkLst>
        <pc:spChg chg="mod">
          <ac:chgData name="Maximilianm Mendeleev" userId="d85282a0f3ac37fc" providerId="LiveId" clId="{870F4B23-A322-44FA-927E-03AFFAD55496}" dt="2025-09-09T11:01:22.006" v="1804" actId="26606"/>
          <ac:spMkLst>
            <pc:docMk/>
            <pc:sldMk cId="800669266" sldId="273"/>
            <ac:spMk id="2" creationId="{D322AACA-08A8-2FFB-8121-90CE41006AF4}"/>
          </ac:spMkLst>
        </pc:spChg>
        <pc:spChg chg="mod">
          <ac:chgData name="Maximilianm Mendeleev" userId="d85282a0f3ac37fc" providerId="LiveId" clId="{870F4B23-A322-44FA-927E-03AFFAD55496}" dt="2025-09-09T11:42:36.687" v="1859" actId="20577"/>
          <ac:spMkLst>
            <pc:docMk/>
            <pc:sldMk cId="800669266" sldId="273"/>
            <ac:spMk id="3" creationId="{553E94C2-CD0D-DAB8-EECF-69CD3B7A16DD}"/>
          </ac:spMkLst>
        </pc:spChg>
        <pc:spChg chg="add del">
          <ac:chgData name="Maximilianm Mendeleev" userId="d85282a0f3ac37fc" providerId="LiveId" clId="{870F4B23-A322-44FA-927E-03AFFAD55496}" dt="2025-09-09T11:01:22" v="1803" actId="26606"/>
          <ac:spMkLst>
            <pc:docMk/>
            <pc:sldMk cId="800669266" sldId="273"/>
            <ac:spMk id="8" creationId="{081EA652-8C6A-4E69-BEB9-170809474553}"/>
          </ac:spMkLst>
        </pc:spChg>
        <pc:spChg chg="add del">
          <ac:chgData name="Maximilianm Mendeleev" userId="d85282a0f3ac37fc" providerId="LiveId" clId="{870F4B23-A322-44FA-927E-03AFFAD55496}" dt="2025-09-09T11:01:22" v="1803" actId="26606"/>
          <ac:spMkLst>
            <pc:docMk/>
            <pc:sldMk cId="800669266" sldId="273"/>
            <ac:spMk id="10" creationId="{5298780A-33B9-4EA2-8F67-DE68AD62841B}"/>
          </ac:spMkLst>
        </pc:spChg>
        <pc:spChg chg="add del">
          <ac:chgData name="Maximilianm Mendeleev" userId="d85282a0f3ac37fc" providerId="LiveId" clId="{870F4B23-A322-44FA-927E-03AFFAD55496}" dt="2025-09-09T11:01:22" v="1803" actId="26606"/>
          <ac:spMkLst>
            <pc:docMk/>
            <pc:sldMk cId="800669266" sldId="273"/>
            <ac:spMk id="12" creationId="{7F488E8B-4E1E-4402-8935-D4E6C02615C7}"/>
          </ac:spMkLst>
        </pc:spChg>
        <pc:spChg chg="add">
          <ac:chgData name="Maximilianm Mendeleev" userId="d85282a0f3ac37fc" providerId="LiveId" clId="{870F4B23-A322-44FA-927E-03AFFAD55496}" dt="2025-09-09T11:01:22.006" v="1804" actId="26606"/>
          <ac:spMkLst>
            <pc:docMk/>
            <pc:sldMk cId="800669266" sldId="273"/>
            <ac:spMk id="15" creationId="{081EA652-8C6A-4E69-BEB9-170809474553}"/>
          </ac:spMkLst>
        </pc:spChg>
        <pc:spChg chg="add">
          <ac:chgData name="Maximilianm Mendeleev" userId="d85282a0f3ac37fc" providerId="LiveId" clId="{870F4B23-A322-44FA-927E-03AFFAD55496}" dt="2025-09-09T11:01:22.006" v="1804" actId="26606"/>
          <ac:spMkLst>
            <pc:docMk/>
            <pc:sldMk cId="800669266" sldId="273"/>
            <ac:spMk id="16" creationId="{5298780A-33B9-4EA2-8F67-DE68AD62841B}"/>
          </ac:spMkLst>
        </pc:spChg>
        <pc:spChg chg="add">
          <ac:chgData name="Maximilianm Mendeleev" userId="d85282a0f3ac37fc" providerId="LiveId" clId="{870F4B23-A322-44FA-927E-03AFFAD55496}" dt="2025-09-09T11:01:22.006" v="1804" actId="26606"/>
          <ac:spMkLst>
            <pc:docMk/>
            <pc:sldMk cId="800669266" sldId="273"/>
            <ac:spMk id="17" creationId="{7F488E8B-4E1E-4402-8935-D4E6C02615C7}"/>
          </ac:spMkLst>
        </pc:spChg>
        <pc:cxnChg chg="add">
          <ac:chgData name="Maximilianm Mendeleev" userId="d85282a0f3ac37fc" providerId="LiveId" clId="{870F4B23-A322-44FA-927E-03AFFAD55496}" dt="2025-09-09T11:01:22.006" v="1804" actId="26606"/>
          <ac:cxnSpMkLst>
            <pc:docMk/>
            <pc:sldMk cId="800669266" sldId="273"/>
            <ac:cxnSpMk id="14" creationId="{23AAC9B5-8015-485C-ACF9-A750390E9A56}"/>
          </ac:cxnSpMkLst>
        </pc:cxnChg>
      </pc:sldChg>
      <pc:sldMasterChg chg="modSldLayout">
        <pc:chgData name="Maximilianm Mendeleev" userId="d85282a0f3ac37fc" providerId="LiveId" clId="{870F4B23-A322-44FA-927E-03AFFAD55496}" dt="2025-09-09T11:46:46.313" v="1865" actId="403"/>
        <pc:sldMasterMkLst>
          <pc:docMk/>
          <pc:sldMasterMk cId="530372270" sldId="2147483648"/>
        </pc:sldMasterMkLst>
        <pc:sldLayoutChg chg="modSp mod">
          <pc:chgData name="Maximilianm Mendeleev" userId="d85282a0f3ac37fc" providerId="LiveId" clId="{870F4B23-A322-44FA-927E-03AFFAD55496}" dt="2025-09-09T11:46:46.313" v="1865" actId="403"/>
          <pc:sldLayoutMkLst>
            <pc:docMk/>
            <pc:sldMasterMk cId="530372270" sldId="2147483648"/>
            <pc:sldLayoutMk cId="3894082852" sldId="2147483650"/>
          </pc:sldLayoutMkLst>
          <pc:spChg chg="mod">
            <ac:chgData name="Maximilianm Mendeleev" userId="d85282a0f3ac37fc" providerId="LiveId" clId="{870F4B23-A322-44FA-927E-03AFFAD55496}" dt="2025-09-09T11:46:46.313" v="1865" actId="403"/>
            <ac:spMkLst>
              <pc:docMk/>
              <pc:sldMasterMk cId="530372270" sldId="2147483648"/>
              <pc:sldLayoutMk cId="3894082852" sldId="2147483650"/>
              <ac:spMk id="6" creationId="{A4A1A4CB-351C-7943-5264-33C9D9234E09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Ausfallquote nach Risikoklasse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Ausfallquote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Tabelle1!$A$2:$A$6</c:f>
              <c:strCache>
                <c:ptCount val="5"/>
                <c:pt idx="0">
                  <c:v>Sehr niedrig</c:v>
                </c:pt>
                <c:pt idx="1">
                  <c:v>Niedrig</c:v>
                </c:pt>
                <c:pt idx="2">
                  <c:v>Mittel</c:v>
                </c:pt>
                <c:pt idx="3">
                  <c:v>Hoch</c:v>
                </c:pt>
                <c:pt idx="4">
                  <c:v>Sehr hoch</c:v>
                </c:pt>
              </c:strCache>
            </c:strRef>
          </c:cat>
          <c:val>
            <c:numRef>
              <c:f>Tabelle1!$B$2:$B$6</c:f>
              <c:numCache>
                <c:formatCode>0.00%</c:formatCode>
                <c:ptCount val="5"/>
                <c:pt idx="0">
                  <c:v>1.2999999999999999E-2</c:v>
                </c:pt>
                <c:pt idx="1">
                  <c:v>4.8000000000000001E-2</c:v>
                </c:pt>
                <c:pt idx="2">
                  <c:v>0.123</c:v>
                </c:pt>
                <c:pt idx="3">
                  <c:v>0.45500000000000002</c:v>
                </c:pt>
                <c:pt idx="4">
                  <c:v>0.96899999999999997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52-4F68-9A84-25EFE8ED1C0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Sehr niedrig</c:v>
                </c:pt>
                <c:pt idx="1">
                  <c:v>Niedrig</c:v>
                </c:pt>
                <c:pt idx="2">
                  <c:v>Mittel</c:v>
                </c:pt>
                <c:pt idx="3">
                  <c:v>Hoch</c:v>
                </c:pt>
                <c:pt idx="4">
                  <c:v>Sehr hoch</c:v>
                </c:pt>
              </c:strCache>
            </c:strRef>
          </c:cat>
          <c:val>
            <c:numRef>
              <c:f>Tabelle1!$C$2:$C$6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1252-4F68-9A84-25EFE8ED1C0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Spalte2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Tabelle1!$A$2:$A$6</c:f>
              <c:strCache>
                <c:ptCount val="5"/>
                <c:pt idx="0">
                  <c:v>Sehr niedrig</c:v>
                </c:pt>
                <c:pt idx="1">
                  <c:v>Niedrig</c:v>
                </c:pt>
                <c:pt idx="2">
                  <c:v>Mittel</c:v>
                </c:pt>
                <c:pt idx="3">
                  <c:v>Hoch</c:v>
                </c:pt>
                <c:pt idx="4">
                  <c:v>Sehr hoch</c:v>
                </c:pt>
              </c:strCache>
            </c:strRef>
          </c:cat>
          <c:val>
            <c:numRef>
              <c:f>Tabelle1!$D$2:$D$6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1252-4F68-9A84-25EFE8ED1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69299296"/>
        <c:axId val="2069300736"/>
      </c:barChart>
      <c:catAx>
        <c:axId val="206929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69300736"/>
        <c:crosses val="autoZero"/>
        <c:auto val="1"/>
        <c:lblAlgn val="ctr"/>
        <c:lblOffset val="100"/>
        <c:noMultiLvlLbl val="0"/>
      </c:catAx>
      <c:valAx>
        <c:axId val="206930073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6929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Durchschnittlicher Zinssatz pro Risikoklasse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Risikoklasse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Tabelle1!$A$2:$A$6</c:f>
              <c:strCache>
                <c:ptCount val="5"/>
                <c:pt idx="0">
                  <c:v>Sehr niedrig</c:v>
                </c:pt>
                <c:pt idx="1">
                  <c:v>Niedrig</c:v>
                </c:pt>
                <c:pt idx="2">
                  <c:v>Mittel</c:v>
                </c:pt>
                <c:pt idx="3">
                  <c:v>Hoch</c:v>
                </c:pt>
                <c:pt idx="4">
                  <c:v>Sehr hoch</c:v>
                </c:pt>
              </c:strCache>
            </c:strRef>
          </c:cat>
          <c:val>
            <c:numRef>
              <c:f>Tabelle1!$B$2:$B$6</c:f>
              <c:numCache>
                <c:formatCode>0.00%</c:formatCode>
                <c:ptCount val="5"/>
                <c:pt idx="0">
                  <c:v>7.46E-2</c:v>
                </c:pt>
                <c:pt idx="1">
                  <c:v>9.0300000000000005E-2</c:v>
                </c:pt>
                <c:pt idx="2">
                  <c:v>0.10829999999999999</c:v>
                </c:pt>
                <c:pt idx="3">
                  <c:v>0.1278</c:v>
                </c:pt>
                <c:pt idx="4">
                  <c:v>0.14660000000000001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65-4F96-8476-81921EA5D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783606735"/>
        <c:axId val="1783604335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Tabelle1!$C$1</c15:sqref>
                        </c15:formulaRef>
                      </c:ext>
                    </c:extLst>
                    <c:strCache>
                      <c:ptCount val="1"/>
                      <c:pt idx="0">
                        <c:v>Datenreihe 2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Tabelle1!$A$2:$A$6</c15:sqref>
                        </c15:formulaRef>
                      </c:ext>
                    </c:extLst>
                    <c:strCache>
                      <c:ptCount val="5"/>
                      <c:pt idx="0">
                        <c:v>Sehr niedrig</c:v>
                      </c:pt>
                      <c:pt idx="1">
                        <c:v>Niedrig</c:v>
                      </c:pt>
                      <c:pt idx="2">
                        <c:v>Mittel</c:v>
                      </c:pt>
                      <c:pt idx="3">
                        <c:v>Hoch</c:v>
                      </c:pt>
                      <c:pt idx="4">
                        <c:v>Sehr hoch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Tabelle1!$C$2:$C$6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BC65-4F96-8476-81921EA5DC40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Tabelle1!$D$1</c15:sqref>
                        </c15:formulaRef>
                      </c:ext>
                    </c:extLst>
                    <c:strCache>
                      <c:ptCount val="1"/>
                      <c:pt idx="0">
                        <c:v>Datenreihe 3</c:v>
                      </c:pt>
                    </c:strCache>
                  </c:strRef>
                </c:tx>
                <c:spPr>
                  <a:solidFill>
                    <a:schemeClr val="accent4">
                      <a:tint val="6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Tabelle1!$A$2:$A$6</c15:sqref>
                        </c15:formulaRef>
                      </c:ext>
                    </c:extLst>
                    <c:strCache>
                      <c:ptCount val="5"/>
                      <c:pt idx="0">
                        <c:v>Sehr niedrig</c:v>
                      </c:pt>
                      <c:pt idx="1">
                        <c:v>Niedrig</c:v>
                      </c:pt>
                      <c:pt idx="2">
                        <c:v>Mittel</c:v>
                      </c:pt>
                      <c:pt idx="3">
                        <c:v>Hoch</c:v>
                      </c:pt>
                      <c:pt idx="4">
                        <c:v>Sehr hoch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Tabelle1!$D$2:$D$6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BC65-4F96-8476-81921EA5DC40}"/>
                  </c:ext>
                </c:extLst>
              </c15:ser>
            </c15:filteredBarSeries>
          </c:ext>
        </c:extLst>
      </c:barChart>
      <c:catAx>
        <c:axId val="17836067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3604335"/>
        <c:crosses val="autoZero"/>
        <c:auto val="1"/>
        <c:lblAlgn val="ctr"/>
        <c:lblOffset val="100"/>
        <c:noMultiLvlLbl val="0"/>
      </c:catAx>
      <c:valAx>
        <c:axId val="1783604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83606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6">
  <a:schemeClr val="accent4"/>
  <a:schemeClr val="accent4"/>
  <a:schemeClr val="accent4"/>
  <a:schemeClr val="accent4"/>
  <a:schemeClr val="accent4"/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6">
  <a:schemeClr val="accent4"/>
  <a:schemeClr val="accent4"/>
  <a:schemeClr val="accent4"/>
  <a:schemeClr val="accent4"/>
  <a:schemeClr val="accent4"/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58443F-5C69-4015-9852-C077DF31E562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68A70A-7C77-42EB-9D71-25BFB5420BD6}">
      <dgm:prSet/>
      <dgm:spPr/>
      <dgm:t>
        <a:bodyPr/>
        <a:lstStyle/>
        <a:p>
          <a:r>
            <a:rPr lang="de-DE"/>
            <a:t>Zielsetzung</a:t>
          </a:r>
          <a:endParaRPr lang="en-US"/>
        </a:p>
      </dgm:t>
    </dgm:pt>
    <dgm:pt modelId="{7D9BAD81-8241-4693-9A41-33228BD725B4}" type="parTrans" cxnId="{F0B11D66-DCBA-4D72-94ED-829CB143DDF5}">
      <dgm:prSet/>
      <dgm:spPr/>
      <dgm:t>
        <a:bodyPr/>
        <a:lstStyle/>
        <a:p>
          <a:endParaRPr lang="en-US"/>
        </a:p>
      </dgm:t>
    </dgm:pt>
    <dgm:pt modelId="{8F739C84-573D-4705-A882-0EF3DF9D08B5}" type="sibTrans" cxnId="{F0B11D66-DCBA-4D72-94ED-829CB143DDF5}">
      <dgm:prSet/>
      <dgm:spPr/>
      <dgm:t>
        <a:bodyPr/>
        <a:lstStyle/>
        <a:p>
          <a:endParaRPr lang="en-US"/>
        </a:p>
      </dgm:t>
    </dgm:pt>
    <dgm:pt modelId="{DECFE85B-9544-4A62-BAE4-9495FDC30FE1}">
      <dgm:prSet/>
      <dgm:spPr/>
      <dgm:t>
        <a:bodyPr/>
        <a:lstStyle/>
        <a:p>
          <a:r>
            <a:rPr lang="de-DE"/>
            <a:t>Daten &amp; Methodik</a:t>
          </a:r>
          <a:endParaRPr lang="en-US"/>
        </a:p>
      </dgm:t>
    </dgm:pt>
    <dgm:pt modelId="{FEBCF723-0F6E-472E-A40E-615E319C5855}" type="parTrans" cxnId="{787BFD98-6608-45C4-82BB-19F5F1AC66A8}">
      <dgm:prSet/>
      <dgm:spPr/>
      <dgm:t>
        <a:bodyPr/>
        <a:lstStyle/>
        <a:p>
          <a:endParaRPr lang="en-US"/>
        </a:p>
      </dgm:t>
    </dgm:pt>
    <dgm:pt modelId="{ECDF50F8-912A-4BE4-AB46-3BED73BBFBA4}" type="sibTrans" cxnId="{787BFD98-6608-45C4-82BB-19F5F1AC66A8}">
      <dgm:prSet/>
      <dgm:spPr/>
      <dgm:t>
        <a:bodyPr/>
        <a:lstStyle/>
        <a:p>
          <a:endParaRPr lang="en-US"/>
        </a:p>
      </dgm:t>
    </dgm:pt>
    <dgm:pt modelId="{B30F3DED-120F-4B12-9831-1448D0C405E5}">
      <dgm:prSet/>
      <dgm:spPr/>
      <dgm:t>
        <a:bodyPr/>
        <a:lstStyle/>
        <a:p>
          <a:r>
            <a:rPr lang="de-DE"/>
            <a:t>Risikomodell</a:t>
          </a:r>
          <a:endParaRPr lang="en-US"/>
        </a:p>
      </dgm:t>
    </dgm:pt>
    <dgm:pt modelId="{56611D09-ACB9-4A26-BB5F-DB122DD04B5F}" type="parTrans" cxnId="{93E056D6-EB14-4EBA-8929-72FC1EEEF6CC}">
      <dgm:prSet/>
      <dgm:spPr/>
      <dgm:t>
        <a:bodyPr/>
        <a:lstStyle/>
        <a:p>
          <a:endParaRPr lang="en-US"/>
        </a:p>
      </dgm:t>
    </dgm:pt>
    <dgm:pt modelId="{47BDA436-F612-405D-B042-CBA1EE3232FA}" type="sibTrans" cxnId="{93E056D6-EB14-4EBA-8929-72FC1EEEF6CC}">
      <dgm:prSet/>
      <dgm:spPr/>
      <dgm:t>
        <a:bodyPr/>
        <a:lstStyle/>
        <a:p>
          <a:endParaRPr lang="en-US"/>
        </a:p>
      </dgm:t>
    </dgm:pt>
    <dgm:pt modelId="{CDCDB6A9-71AC-458F-A408-F088A12B6CBD}">
      <dgm:prSet/>
      <dgm:spPr/>
      <dgm:t>
        <a:bodyPr/>
        <a:lstStyle/>
        <a:p>
          <a:r>
            <a:rPr lang="de-DE"/>
            <a:t>Ausfallquoten</a:t>
          </a:r>
          <a:endParaRPr lang="en-US"/>
        </a:p>
      </dgm:t>
    </dgm:pt>
    <dgm:pt modelId="{72FB28F7-DEF4-48AA-A502-4FBC78270DC2}" type="parTrans" cxnId="{A0E16A74-4E17-4FFA-9F5B-D5FC790CCC10}">
      <dgm:prSet/>
      <dgm:spPr/>
      <dgm:t>
        <a:bodyPr/>
        <a:lstStyle/>
        <a:p>
          <a:endParaRPr lang="en-US"/>
        </a:p>
      </dgm:t>
    </dgm:pt>
    <dgm:pt modelId="{00D6C624-FBDE-4D34-98B0-2F5F3162D672}" type="sibTrans" cxnId="{A0E16A74-4E17-4FFA-9F5B-D5FC790CCC10}">
      <dgm:prSet/>
      <dgm:spPr/>
      <dgm:t>
        <a:bodyPr/>
        <a:lstStyle/>
        <a:p>
          <a:endParaRPr lang="en-US"/>
        </a:p>
      </dgm:t>
    </dgm:pt>
    <dgm:pt modelId="{C561E197-7E04-4DB1-B594-89EA943D1EA6}">
      <dgm:prSet/>
      <dgm:spPr/>
      <dgm:t>
        <a:bodyPr/>
        <a:lstStyle/>
        <a:p>
          <a:r>
            <a:rPr lang="de-DE"/>
            <a:t>Lift-Tabelle </a:t>
          </a:r>
          <a:endParaRPr lang="en-US"/>
        </a:p>
      </dgm:t>
    </dgm:pt>
    <dgm:pt modelId="{9239E2F2-0797-4803-A719-2612D994900B}" type="parTrans" cxnId="{DC2504BE-EA8C-49BE-ABFD-83205848160A}">
      <dgm:prSet/>
      <dgm:spPr/>
      <dgm:t>
        <a:bodyPr/>
        <a:lstStyle/>
        <a:p>
          <a:endParaRPr lang="en-US"/>
        </a:p>
      </dgm:t>
    </dgm:pt>
    <dgm:pt modelId="{FDDEDF9F-2964-4ECA-975B-032AB2631BEF}" type="sibTrans" cxnId="{DC2504BE-EA8C-49BE-ABFD-83205848160A}">
      <dgm:prSet/>
      <dgm:spPr/>
      <dgm:t>
        <a:bodyPr/>
        <a:lstStyle/>
        <a:p>
          <a:endParaRPr lang="en-US"/>
        </a:p>
      </dgm:t>
    </dgm:pt>
    <dgm:pt modelId="{6F8F7984-585A-4A53-BE9B-1D0E9411BB73}">
      <dgm:prSet/>
      <dgm:spPr/>
      <dgm:t>
        <a:bodyPr/>
        <a:lstStyle/>
        <a:p>
          <a:r>
            <a:rPr lang="de-DE"/>
            <a:t>Workload-Planner</a:t>
          </a:r>
          <a:endParaRPr lang="en-US"/>
        </a:p>
      </dgm:t>
    </dgm:pt>
    <dgm:pt modelId="{D0AF073A-FF9D-4C02-B507-6BEDC9B20AF3}" type="parTrans" cxnId="{753CBD02-F077-4339-AFE4-80F5C1DE0868}">
      <dgm:prSet/>
      <dgm:spPr/>
      <dgm:t>
        <a:bodyPr/>
        <a:lstStyle/>
        <a:p>
          <a:endParaRPr lang="en-US"/>
        </a:p>
      </dgm:t>
    </dgm:pt>
    <dgm:pt modelId="{3CC071D9-4310-4C1A-A487-6622D341039B}" type="sibTrans" cxnId="{753CBD02-F077-4339-AFE4-80F5C1DE0868}">
      <dgm:prSet/>
      <dgm:spPr/>
      <dgm:t>
        <a:bodyPr/>
        <a:lstStyle/>
        <a:p>
          <a:endParaRPr lang="en-US"/>
        </a:p>
      </dgm:t>
    </dgm:pt>
    <dgm:pt modelId="{FA0FCF74-3C77-4BD6-A43E-C0CCE28DA178}">
      <dgm:prSet/>
      <dgm:spPr/>
      <dgm:t>
        <a:bodyPr/>
        <a:lstStyle/>
        <a:p>
          <a:r>
            <a:rPr lang="de-DE"/>
            <a:t>Red-Flag Beispiele</a:t>
          </a:r>
          <a:endParaRPr lang="en-US"/>
        </a:p>
      </dgm:t>
    </dgm:pt>
    <dgm:pt modelId="{6DCF87DC-7C8D-4490-8AD6-7AA2E1909EAD}" type="parTrans" cxnId="{C5719094-D81D-4C37-8214-69245EED439B}">
      <dgm:prSet/>
      <dgm:spPr/>
      <dgm:t>
        <a:bodyPr/>
        <a:lstStyle/>
        <a:p>
          <a:endParaRPr lang="en-US"/>
        </a:p>
      </dgm:t>
    </dgm:pt>
    <dgm:pt modelId="{348C574B-AA5A-4C18-8213-EFFBA0481568}" type="sibTrans" cxnId="{C5719094-D81D-4C37-8214-69245EED439B}">
      <dgm:prSet/>
      <dgm:spPr/>
      <dgm:t>
        <a:bodyPr/>
        <a:lstStyle/>
        <a:p>
          <a:endParaRPr lang="en-US"/>
        </a:p>
      </dgm:t>
    </dgm:pt>
    <dgm:pt modelId="{961A00E4-E769-46BD-862F-3FA7AFC9D5C7}">
      <dgm:prSet/>
      <dgm:spPr/>
      <dgm:t>
        <a:bodyPr/>
        <a:lstStyle/>
        <a:p>
          <a:r>
            <a:rPr lang="de-DE"/>
            <a:t>Handlungsempfehlungen</a:t>
          </a:r>
          <a:endParaRPr lang="en-US"/>
        </a:p>
      </dgm:t>
    </dgm:pt>
    <dgm:pt modelId="{189415D2-D2CB-4636-B25E-1D4A918315FE}" type="parTrans" cxnId="{9AAC56FA-1597-49D8-8924-A09C49F6734F}">
      <dgm:prSet/>
      <dgm:spPr/>
      <dgm:t>
        <a:bodyPr/>
        <a:lstStyle/>
        <a:p>
          <a:endParaRPr lang="en-US"/>
        </a:p>
      </dgm:t>
    </dgm:pt>
    <dgm:pt modelId="{DFDF39F3-91D3-4DE9-AD3A-A1722CCCE4ED}" type="sibTrans" cxnId="{9AAC56FA-1597-49D8-8924-A09C49F6734F}">
      <dgm:prSet/>
      <dgm:spPr/>
      <dgm:t>
        <a:bodyPr/>
        <a:lstStyle/>
        <a:p>
          <a:endParaRPr lang="en-US"/>
        </a:p>
      </dgm:t>
    </dgm:pt>
    <dgm:pt modelId="{95A8D87D-B31E-4324-A4A5-AFC6D644524C}">
      <dgm:prSet/>
      <dgm:spPr/>
      <dgm:t>
        <a:bodyPr/>
        <a:lstStyle/>
        <a:p>
          <a:r>
            <a:rPr lang="de-DE"/>
            <a:t>Fazit /  Management-Summary</a:t>
          </a:r>
          <a:endParaRPr lang="en-US"/>
        </a:p>
      </dgm:t>
    </dgm:pt>
    <dgm:pt modelId="{C3ABFDB6-6B15-49A1-A8FB-FDB68FA4C4F9}" type="parTrans" cxnId="{9560E2E2-9D2F-4C3B-9226-D6646F8586F6}">
      <dgm:prSet/>
      <dgm:spPr/>
      <dgm:t>
        <a:bodyPr/>
        <a:lstStyle/>
        <a:p>
          <a:endParaRPr lang="en-US"/>
        </a:p>
      </dgm:t>
    </dgm:pt>
    <dgm:pt modelId="{334E3A27-333A-4531-BDF6-A7BF94E6AA0C}" type="sibTrans" cxnId="{9560E2E2-9D2F-4C3B-9226-D6646F8586F6}">
      <dgm:prSet/>
      <dgm:spPr/>
      <dgm:t>
        <a:bodyPr/>
        <a:lstStyle/>
        <a:p>
          <a:endParaRPr lang="en-US"/>
        </a:p>
      </dgm:t>
    </dgm:pt>
    <dgm:pt modelId="{3640A947-EA50-4011-BCEF-5A0980A4DC14}" type="pres">
      <dgm:prSet presAssocID="{8258443F-5C69-4015-9852-C077DF31E562}" presName="Name0" presStyleCnt="0">
        <dgm:presLayoutVars>
          <dgm:dir/>
          <dgm:resizeHandles val="exact"/>
        </dgm:presLayoutVars>
      </dgm:prSet>
      <dgm:spPr/>
    </dgm:pt>
    <dgm:pt modelId="{9D00C681-C402-4E24-A757-0F45EF7DC828}" type="pres">
      <dgm:prSet presAssocID="{EF68A70A-7C77-42EB-9D71-25BFB5420BD6}" presName="node" presStyleLbl="node1" presStyleIdx="0" presStyleCnt="9">
        <dgm:presLayoutVars>
          <dgm:bulletEnabled val="1"/>
        </dgm:presLayoutVars>
      </dgm:prSet>
      <dgm:spPr/>
    </dgm:pt>
    <dgm:pt modelId="{B0A96E30-536E-4A6E-B1EE-1A89ED15245F}" type="pres">
      <dgm:prSet presAssocID="{8F739C84-573D-4705-A882-0EF3DF9D08B5}" presName="sibTrans" presStyleLbl="sibTrans1D1" presStyleIdx="0" presStyleCnt="8"/>
      <dgm:spPr/>
    </dgm:pt>
    <dgm:pt modelId="{7A4A1943-A212-4CD0-A71C-EA47ADE4FB22}" type="pres">
      <dgm:prSet presAssocID="{8F739C84-573D-4705-A882-0EF3DF9D08B5}" presName="connectorText" presStyleLbl="sibTrans1D1" presStyleIdx="0" presStyleCnt="8"/>
      <dgm:spPr/>
    </dgm:pt>
    <dgm:pt modelId="{1E51EB96-311D-44AE-9E02-14E6FD3BB30D}" type="pres">
      <dgm:prSet presAssocID="{DECFE85B-9544-4A62-BAE4-9495FDC30FE1}" presName="node" presStyleLbl="node1" presStyleIdx="1" presStyleCnt="9">
        <dgm:presLayoutVars>
          <dgm:bulletEnabled val="1"/>
        </dgm:presLayoutVars>
      </dgm:prSet>
      <dgm:spPr/>
    </dgm:pt>
    <dgm:pt modelId="{2D7E7DA5-FA33-47CA-9A00-BB04B86326E0}" type="pres">
      <dgm:prSet presAssocID="{ECDF50F8-912A-4BE4-AB46-3BED73BBFBA4}" presName="sibTrans" presStyleLbl="sibTrans1D1" presStyleIdx="1" presStyleCnt="8"/>
      <dgm:spPr/>
    </dgm:pt>
    <dgm:pt modelId="{F9C1D47D-00E5-4D5E-8A8D-5DD71A9D4362}" type="pres">
      <dgm:prSet presAssocID="{ECDF50F8-912A-4BE4-AB46-3BED73BBFBA4}" presName="connectorText" presStyleLbl="sibTrans1D1" presStyleIdx="1" presStyleCnt="8"/>
      <dgm:spPr/>
    </dgm:pt>
    <dgm:pt modelId="{CA954A1A-1DDF-4C5D-9851-789241C0D48E}" type="pres">
      <dgm:prSet presAssocID="{B30F3DED-120F-4B12-9831-1448D0C405E5}" presName="node" presStyleLbl="node1" presStyleIdx="2" presStyleCnt="9">
        <dgm:presLayoutVars>
          <dgm:bulletEnabled val="1"/>
        </dgm:presLayoutVars>
      </dgm:prSet>
      <dgm:spPr/>
    </dgm:pt>
    <dgm:pt modelId="{92979B96-EFB7-4F98-B240-F2FADC61024B}" type="pres">
      <dgm:prSet presAssocID="{47BDA436-F612-405D-B042-CBA1EE3232FA}" presName="sibTrans" presStyleLbl="sibTrans1D1" presStyleIdx="2" presStyleCnt="8"/>
      <dgm:spPr/>
    </dgm:pt>
    <dgm:pt modelId="{297D592F-1FE8-47CC-AC87-7306F405092B}" type="pres">
      <dgm:prSet presAssocID="{47BDA436-F612-405D-B042-CBA1EE3232FA}" presName="connectorText" presStyleLbl="sibTrans1D1" presStyleIdx="2" presStyleCnt="8"/>
      <dgm:spPr/>
    </dgm:pt>
    <dgm:pt modelId="{CC7B13FE-9C18-40FD-97F4-F5E4C8C5A931}" type="pres">
      <dgm:prSet presAssocID="{CDCDB6A9-71AC-458F-A408-F088A12B6CBD}" presName="node" presStyleLbl="node1" presStyleIdx="3" presStyleCnt="9">
        <dgm:presLayoutVars>
          <dgm:bulletEnabled val="1"/>
        </dgm:presLayoutVars>
      </dgm:prSet>
      <dgm:spPr/>
    </dgm:pt>
    <dgm:pt modelId="{E81FC517-5369-45D4-9FFB-4F102668DEC0}" type="pres">
      <dgm:prSet presAssocID="{00D6C624-FBDE-4D34-98B0-2F5F3162D672}" presName="sibTrans" presStyleLbl="sibTrans1D1" presStyleIdx="3" presStyleCnt="8"/>
      <dgm:spPr/>
    </dgm:pt>
    <dgm:pt modelId="{B5160E0F-6C9E-482C-9A64-A56BC19B4164}" type="pres">
      <dgm:prSet presAssocID="{00D6C624-FBDE-4D34-98B0-2F5F3162D672}" presName="connectorText" presStyleLbl="sibTrans1D1" presStyleIdx="3" presStyleCnt="8"/>
      <dgm:spPr/>
    </dgm:pt>
    <dgm:pt modelId="{FA9DCA3A-BAC2-4AE4-8634-458C468C7578}" type="pres">
      <dgm:prSet presAssocID="{C561E197-7E04-4DB1-B594-89EA943D1EA6}" presName="node" presStyleLbl="node1" presStyleIdx="4" presStyleCnt="9">
        <dgm:presLayoutVars>
          <dgm:bulletEnabled val="1"/>
        </dgm:presLayoutVars>
      </dgm:prSet>
      <dgm:spPr/>
    </dgm:pt>
    <dgm:pt modelId="{95C9F4E0-AC79-4397-AF3C-F27BF99CF876}" type="pres">
      <dgm:prSet presAssocID="{FDDEDF9F-2964-4ECA-975B-032AB2631BEF}" presName="sibTrans" presStyleLbl="sibTrans1D1" presStyleIdx="4" presStyleCnt="8"/>
      <dgm:spPr/>
    </dgm:pt>
    <dgm:pt modelId="{081C8B24-DDED-496E-8883-CA7590586F7E}" type="pres">
      <dgm:prSet presAssocID="{FDDEDF9F-2964-4ECA-975B-032AB2631BEF}" presName="connectorText" presStyleLbl="sibTrans1D1" presStyleIdx="4" presStyleCnt="8"/>
      <dgm:spPr/>
    </dgm:pt>
    <dgm:pt modelId="{6EDD5F66-00D5-4972-821B-6A97DAF889B7}" type="pres">
      <dgm:prSet presAssocID="{6F8F7984-585A-4A53-BE9B-1D0E9411BB73}" presName="node" presStyleLbl="node1" presStyleIdx="5" presStyleCnt="9">
        <dgm:presLayoutVars>
          <dgm:bulletEnabled val="1"/>
        </dgm:presLayoutVars>
      </dgm:prSet>
      <dgm:spPr/>
    </dgm:pt>
    <dgm:pt modelId="{23D34C20-4D6B-4AEA-BEA0-4815627E54A3}" type="pres">
      <dgm:prSet presAssocID="{3CC071D9-4310-4C1A-A487-6622D341039B}" presName="sibTrans" presStyleLbl="sibTrans1D1" presStyleIdx="5" presStyleCnt="8"/>
      <dgm:spPr/>
    </dgm:pt>
    <dgm:pt modelId="{FD99AEC0-9089-4343-9963-D7B5A56DB06A}" type="pres">
      <dgm:prSet presAssocID="{3CC071D9-4310-4C1A-A487-6622D341039B}" presName="connectorText" presStyleLbl="sibTrans1D1" presStyleIdx="5" presStyleCnt="8"/>
      <dgm:spPr/>
    </dgm:pt>
    <dgm:pt modelId="{723341BA-A3B6-4B00-91E3-EB263F1EC434}" type="pres">
      <dgm:prSet presAssocID="{FA0FCF74-3C77-4BD6-A43E-C0CCE28DA178}" presName="node" presStyleLbl="node1" presStyleIdx="6" presStyleCnt="9">
        <dgm:presLayoutVars>
          <dgm:bulletEnabled val="1"/>
        </dgm:presLayoutVars>
      </dgm:prSet>
      <dgm:spPr/>
    </dgm:pt>
    <dgm:pt modelId="{CF0C4E8B-5524-49BC-AA47-377E3E32DFA0}" type="pres">
      <dgm:prSet presAssocID="{348C574B-AA5A-4C18-8213-EFFBA0481568}" presName="sibTrans" presStyleLbl="sibTrans1D1" presStyleIdx="6" presStyleCnt="8"/>
      <dgm:spPr/>
    </dgm:pt>
    <dgm:pt modelId="{C8F29856-4CE2-4385-A72F-8728DD8BEF4A}" type="pres">
      <dgm:prSet presAssocID="{348C574B-AA5A-4C18-8213-EFFBA0481568}" presName="connectorText" presStyleLbl="sibTrans1D1" presStyleIdx="6" presStyleCnt="8"/>
      <dgm:spPr/>
    </dgm:pt>
    <dgm:pt modelId="{37C91984-AD24-43C2-A27F-024AE10FF195}" type="pres">
      <dgm:prSet presAssocID="{961A00E4-E769-46BD-862F-3FA7AFC9D5C7}" presName="node" presStyleLbl="node1" presStyleIdx="7" presStyleCnt="9">
        <dgm:presLayoutVars>
          <dgm:bulletEnabled val="1"/>
        </dgm:presLayoutVars>
      </dgm:prSet>
      <dgm:spPr/>
    </dgm:pt>
    <dgm:pt modelId="{65396D9E-EF49-4D50-A794-128CD003B820}" type="pres">
      <dgm:prSet presAssocID="{DFDF39F3-91D3-4DE9-AD3A-A1722CCCE4ED}" presName="sibTrans" presStyleLbl="sibTrans1D1" presStyleIdx="7" presStyleCnt="8"/>
      <dgm:spPr/>
    </dgm:pt>
    <dgm:pt modelId="{95DFED00-B921-4A72-8418-254E31D161F1}" type="pres">
      <dgm:prSet presAssocID="{DFDF39F3-91D3-4DE9-AD3A-A1722CCCE4ED}" presName="connectorText" presStyleLbl="sibTrans1D1" presStyleIdx="7" presStyleCnt="8"/>
      <dgm:spPr/>
    </dgm:pt>
    <dgm:pt modelId="{6C2C4E14-B4B6-4A86-AF95-15A6E4AB82F1}" type="pres">
      <dgm:prSet presAssocID="{95A8D87D-B31E-4324-A4A5-AFC6D644524C}" presName="node" presStyleLbl="node1" presStyleIdx="8" presStyleCnt="9">
        <dgm:presLayoutVars>
          <dgm:bulletEnabled val="1"/>
        </dgm:presLayoutVars>
      </dgm:prSet>
      <dgm:spPr/>
    </dgm:pt>
  </dgm:ptLst>
  <dgm:cxnLst>
    <dgm:cxn modelId="{753CBD02-F077-4339-AFE4-80F5C1DE0868}" srcId="{8258443F-5C69-4015-9852-C077DF31E562}" destId="{6F8F7984-585A-4A53-BE9B-1D0E9411BB73}" srcOrd="5" destOrd="0" parTransId="{D0AF073A-FF9D-4C02-B507-6BEDC9B20AF3}" sibTransId="{3CC071D9-4310-4C1A-A487-6622D341039B}"/>
    <dgm:cxn modelId="{81B0F911-48BD-4457-AC6E-CBC9094129B7}" type="presOf" srcId="{DFDF39F3-91D3-4DE9-AD3A-A1722CCCE4ED}" destId="{95DFED00-B921-4A72-8418-254E31D161F1}" srcOrd="1" destOrd="0" presId="urn:microsoft.com/office/officeart/2016/7/layout/RepeatingBendingProcessNew"/>
    <dgm:cxn modelId="{E282D419-9018-45B1-AD8D-DACDF96C6AB0}" type="presOf" srcId="{47BDA436-F612-405D-B042-CBA1EE3232FA}" destId="{297D592F-1FE8-47CC-AC87-7306F405092B}" srcOrd="1" destOrd="0" presId="urn:microsoft.com/office/officeart/2016/7/layout/RepeatingBendingProcessNew"/>
    <dgm:cxn modelId="{3881C91C-0BA2-402F-959E-763FCB1860E4}" type="presOf" srcId="{961A00E4-E769-46BD-862F-3FA7AFC9D5C7}" destId="{37C91984-AD24-43C2-A27F-024AE10FF195}" srcOrd="0" destOrd="0" presId="urn:microsoft.com/office/officeart/2016/7/layout/RepeatingBendingProcessNew"/>
    <dgm:cxn modelId="{2DC06A21-D6AB-4527-B4DE-2E3EABB6D834}" type="presOf" srcId="{C561E197-7E04-4DB1-B594-89EA943D1EA6}" destId="{FA9DCA3A-BAC2-4AE4-8634-458C468C7578}" srcOrd="0" destOrd="0" presId="urn:microsoft.com/office/officeart/2016/7/layout/RepeatingBendingProcessNew"/>
    <dgm:cxn modelId="{B7625F30-413B-4D68-899C-F8996AC84F6F}" type="presOf" srcId="{CDCDB6A9-71AC-458F-A408-F088A12B6CBD}" destId="{CC7B13FE-9C18-40FD-97F4-F5E4C8C5A931}" srcOrd="0" destOrd="0" presId="urn:microsoft.com/office/officeart/2016/7/layout/RepeatingBendingProcessNew"/>
    <dgm:cxn modelId="{44483143-67B4-4D49-82AA-5D824EE29819}" type="presOf" srcId="{47BDA436-F612-405D-B042-CBA1EE3232FA}" destId="{92979B96-EFB7-4F98-B240-F2FADC61024B}" srcOrd="0" destOrd="0" presId="urn:microsoft.com/office/officeart/2016/7/layout/RepeatingBendingProcessNew"/>
    <dgm:cxn modelId="{F0B11D66-DCBA-4D72-94ED-829CB143DDF5}" srcId="{8258443F-5C69-4015-9852-C077DF31E562}" destId="{EF68A70A-7C77-42EB-9D71-25BFB5420BD6}" srcOrd="0" destOrd="0" parTransId="{7D9BAD81-8241-4693-9A41-33228BD725B4}" sibTransId="{8F739C84-573D-4705-A882-0EF3DF9D08B5}"/>
    <dgm:cxn modelId="{8D9BCF66-6CF8-4AC9-98F7-6F5C641251F7}" type="presOf" srcId="{DFDF39F3-91D3-4DE9-AD3A-A1722CCCE4ED}" destId="{65396D9E-EF49-4D50-A794-128CD003B820}" srcOrd="0" destOrd="0" presId="urn:microsoft.com/office/officeart/2016/7/layout/RepeatingBendingProcessNew"/>
    <dgm:cxn modelId="{658B9069-0935-48C5-8992-09BDE7FD702C}" type="presOf" srcId="{95A8D87D-B31E-4324-A4A5-AFC6D644524C}" destId="{6C2C4E14-B4B6-4A86-AF95-15A6E4AB82F1}" srcOrd="0" destOrd="0" presId="urn:microsoft.com/office/officeart/2016/7/layout/RepeatingBendingProcessNew"/>
    <dgm:cxn modelId="{5972804D-5CE3-496E-AB98-16505DD63406}" type="presOf" srcId="{3CC071D9-4310-4C1A-A487-6622D341039B}" destId="{23D34C20-4D6B-4AEA-BEA0-4815627E54A3}" srcOrd="0" destOrd="0" presId="urn:microsoft.com/office/officeart/2016/7/layout/RepeatingBendingProcessNew"/>
    <dgm:cxn modelId="{A0E16A74-4E17-4FFA-9F5B-D5FC790CCC10}" srcId="{8258443F-5C69-4015-9852-C077DF31E562}" destId="{CDCDB6A9-71AC-458F-A408-F088A12B6CBD}" srcOrd="3" destOrd="0" parTransId="{72FB28F7-DEF4-48AA-A502-4FBC78270DC2}" sibTransId="{00D6C624-FBDE-4D34-98B0-2F5F3162D672}"/>
    <dgm:cxn modelId="{C2D83B7A-B377-4CF5-89CF-627017619746}" type="presOf" srcId="{B30F3DED-120F-4B12-9831-1448D0C405E5}" destId="{CA954A1A-1DDF-4C5D-9851-789241C0D48E}" srcOrd="0" destOrd="0" presId="urn:microsoft.com/office/officeart/2016/7/layout/RepeatingBendingProcessNew"/>
    <dgm:cxn modelId="{A3C9705A-7150-4E79-BA1B-676F701C00AC}" type="presOf" srcId="{8F739C84-573D-4705-A882-0EF3DF9D08B5}" destId="{B0A96E30-536E-4A6E-B1EE-1A89ED15245F}" srcOrd="0" destOrd="0" presId="urn:microsoft.com/office/officeart/2016/7/layout/RepeatingBendingProcessNew"/>
    <dgm:cxn modelId="{4CA9B685-FD42-49E2-933E-DF9AC17C5A60}" type="presOf" srcId="{8F739C84-573D-4705-A882-0EF3DF9D08B5}" destId="{7A4A1943-A212-4CD0-A71C-EA47ADE4FB22}" srcOrd="1" destOrd="0" presId="urn:microsoft.com/office/officeart/2016/7/layout/RepeatingBendingProcessNew"/>
    <dgm:cxn modelId="{6C47D593-1786-4B3D-9F01-CA95302219F5}" type="presOf" srcId="{6F8F7984-585A-4A53-BE9B-1D0E9411BB73}" destId="{6EDD5F66-00D5-4972-821B-6A97DAF889B7}" srcOrd="0" destOrd="0" presId="urn:microsoft.com/office/officeart/2016/7/layout/RepeatingBendingProcessNew"/>
    <dgm:cxn modelId="{C5719094-D81D-4C37-8214-69245EED439B}" srcId="{8258443F-5C69-4015-9852-C077DF31E562}" destId="{FA0FCF74-3C77-4BD6-A43E-C0CCE28DA178}" srcOrd="6" destOrd="0" parTransId="{6DCF87DC-7C8D-4490-8AD6-7AA2E1909EAD}" sibTransId="{348C574B-AA5A-4C18-8213-EFFBA0481568}"/>
    <dgm:cxn modelId="{787BFD98-6608-45C4-82BB-19F5F1AC66A8}" srcId="{8258443F-5C69-4015-9852-C077DF31E562}" destId="{DECFE85B-9544-4A62-BAE4-9495FDC30FE1}" srcOrd="1" destOrd="0" parTransId="{FEBCF723-0F6E-472E-A40E-615E319C5855}" sibTransId="{ECDF50F8-912A-4BE4-AB46-3BED73BBFBA4}"/>
    <dgm:cxn modelId="{5D12549A-A641-4388-B275-6A190A6CF0B0}" type="presOf" srcId="{ECDF50F8-912A-4BE4-AB46-3BED73BBFBA4}" destId="{F9C1D47D-00E5-4D5E-8A8D-5DD71A9D4362}" srcOrd="1" destOrd="0" presId="urn:microsoft.com/office/officeart/2016/7/layout/RepeatingBendingProcessNew"/>
    <dgm:cxn modelId="{77CE50AE-E874-4BF1-BC31-C553036AF967}" type="presOf" srcId="{EF68A70A-7C77-42EB-9D71-25BFB5420BD6}" destId="{9D00C681-C402-4E24-A757-0F45EF7DC828}" srcOrd="0" destOrd="0" presId="urn:microsoft.com/office/officeart/2016/7/layout/RepeatingBendingProcessNew"/>
    <dgm:cxn modelId="{A7EA10B6-3644-4584-A44F-C37EBED71029}" type="presOf" srcId="{DECFE85B-9544-4A62-BAE4-9495FDC30FE1}" destId="{1E51EB96-311D-44AE-9E02-14E6FD3BB30D}" srcOrd="0" destOrd="0" presId="urn:microsoft.com/office/officeart/2016/7/layout/RepeatingBendingProcessNew"/>
    <dgm:cxn modelId="{93E8EAB7-3A38-4C93-8D18-093052AFD7BC}" type="presOf" srcId="{ECDF50F8-912A-4BE4-AB46-3BED73BBFBA4}" destId="{2D7E7DA5-FA33-47CA-9A00-BB04B86326E0}" srcOrd="0" destOrd="0" presId="urn:microsoft.com/office/officeart/2016/7/layout/RepeatingBendingProcessNew"/>
    <dgm:cxn modelId="{0C7B6AB9-0F49-4178-9CC5-C4FFA21E75F8}" type="presOf" srcId="{348C574B-AA5A-4C18-8213-EFFBA0481568}" destId="{CF0C4E8B-5524-49BC-AA47-377E3E32DFA0}" srcOrd="0" destOrd="0" presId="urn:microsoft.com/office/officeart/2016/7/layout/RepeatingBendingProcessNew"/>
    <dgm:cxn modelId="{DC2504BE-EA8C-49BE-ABFD-83205848160A}" srcId="{8258443F-5C69-4015-9852-C077DF31E562}" destId="{C561E197-7E04-4DB1-B594-89EA943D1EA6}" srcOrd="4" destOrd="0" parTransId="{9239E2F2-0797-4803-A719-2612D994900B}" sibTransId="{FDDEDF9F-2964-4ECA-975B-032AB2631BEF}"/>
    <dgm:cxn modelId="{4150FDBF-3D91-4C5B-851B-E08840816569}" type="presOf" srcId="{00D6C624-FBDE-4D34-98B0-2F5F3162D672}" destId="{B5160E0F-6C9E-482C-9A64-A56BC19B4164}" srcOrd="1" destOrd="0" presId="urn:microsoft.com/office/officeart/2016/7/layout/RepeatingBendingProcessNew"/>
    <dgm:cxn modelId="{7D4D73D0-BE08-4B7A-AE82-F9D7537EB407}" type="presOf" srcId="{FA0FCF74-3C77-4BD6-A43E-C0CCE28DA178}" destId="{723341BA-A3B6-4B00-91E3-EB263F1EC434}" srcOrd="0" destOrd="0" presId="urn:microsoft.com/office/officeart/2016/7/layout/RepeatingBendingProcessNew"/>
    <dgm:cxn modelId="{93E056D6-EB14-4EBA-8929-72FC1EEEF6CC}" srcId="{8258443F-5C69-4015-9852-C077DF31E562}" destId="{B30F3DED-120F-4B12-9831-1448D0C405E5}" srcOrd="2" destOrd="0" parTransId="{56611D09-ACB9-4A26-BB5F-DB122DD04B5F}" sibTransId="{47BDA436-F612-405D-B042-CBA1EE3232FA}"/>
    <dgm:cxn modelId="{8885A6DA-4841-48FB-B92E-1915BB7775B5}" type="presOf" srcId="{FDDEDF9F-2964-4ECA-975B-032AB2631BEF}" destId="{95C9F4E0-AC79-4397-AF3C-F27BF99CF876}" srcOrd="0" destOrd="0" presId="urn:microsoft.com/office/officeart/2016/7/layout/RepeatingBendingProcessNew"/>
    <dgm:cxn modelId="{45FC98DC-DD51-45D9-A90C-796B4756B0C4}" type="presOf" srcId="{00D6C624-FBDE-4D34-98B0-2F5F3162D672}" destId="{E81FC517-5369-45D4-9FFB-4F102668DEC0}" srcOrd="0" destOrd="0" presId="urn:microsoft.com/office/officeart/2016/7/layout/RepeatingBendingProcessNew"/>
    <dgm:cxn modelId="{056B9ADE-08E7-418B-9E1E-90C83D42AEE7}" type="presOf" srcId="{FDDEDF9F-2964-4ECA-975B-032AB2631BEF}" destId="{081C8B24-DDED-496E-8883-CA7590586F7E}" srcOrd="1" destOrd="0" presId="urn:microsoft.com/office/officeart/2016/7/layout/RepeatingBendingProcessNew"/>
    <dgm:cxn modelId="{376C96E0-1E1D-4E94-A2CA-8A2ED6A0C280}" type="presOf" srcId="{348C574B-AA5A-4C18-8213-EFFBA0481568}" destId="{C8F29856-4CE2-4385-A72F-8728DD8BEF4A}" srcOrd="1" destOrd="0" presId="urn:microsoft.com/office/officeart/2016/7/layout/RepeatingBendingProcessNew"/>
    <dgm:cxn modelId="{9560E2E2-9D2F-4C3B-9226-D6646F8586F6}" srcId="{8258443F-5C69-4015-9852-C077DF31E562}" destId="{95A8D87D-B31E-4324-A4A5-AFC6D644524C}" srcOrd="8" destOrd="0" parTransId="{C3ABFDB6-6B15-49A1-A8FB-FDB68FA4C4F9}" sibTransId="{334E3A27-333A-4531-BDF6-A7BF94E6AA0C}"/>
    <dgm:cxn modelId="{9AAC56FA-1597-49D8-8924-A09C49F6734F}" srcId="{8258443F-5C69-4015-9852-C077DF31E562}" destId="{961A00E4-E769-46BD-862F-3FA7AFC9D5C7}" srcOrd="7" destOrd="0" parTransId="{189415D2-D2CB-4636-B25E-1D4A918315FE}" sibTransId="{DFDF39F3-91D3-4DE9-AD3A-A1722CCCE4ED}"/>
    <dgm:cxn modelId="{B9D143FC-C42A-4E29-BF53-7C01D8F6F5E5}" type="presOf" srcId="{3CC071D9-4310-4C1A-A487-6622D341039B}" destId="{FD99AEC0-9089-4343-9963-D7B5A56DB06A}" srcOrd="1" destOrd="0" presId="urn:microsoft.com/office/officeart/2016/7/layout/RepeatingBendingProcessNew"/>
    <dgm:cxn modelId="{C22E8CFE-68DF-4865-A450-507FCCD8FABF}" type="presOf" srcId="{8258443F-5C69-4015-9852-C077DF31E562}" destId="{3640A947-EA50-4011-BCEF-5A0980A4DC14}" srcOrd="0" destOrd="0" presId="urn:microsoft.com/office/officeart/2016/7/layout/RepeatingBendingProcessNew"/>
    <dgm:cxn modelId="{150F5101-B062-4A68-83F6-AECFEA480332}" type="presParOf" srcId="{3640A947-EA50-4011-BCEF-5A0980A4DC14}" destId="{9D00C681-C402-4E24-A757-0F45EF7DC828}" srcOrd="0" destOrd="0" presId="urn:microsoft.com/office/officeart/2016/7/layout/RepeatingBendingProcessNew"/>
    <dgm:cxn modelId="{EADF98C7-389B-43EE-AAC5-D850DAE18C84}" type="presParOf" srcId="{3640A947-EA50-4011-BCEF-5A0980A4DC14}" destId="{B0A96E30-536E-4A6E-B1EE-1A89ED15245F}" srcOrd="1" destOrd="0" presId="urn:microsoft.com/office/officeart/2016/7/layout/RepeatingBendingProcessNew"/>
    <dgm:cxn modelId="{C7432206-D045-46D0-AF3A-E8BED1EC30EA}" type="presParOf" srcId="{B0A96E30-536E-4A6E-B1EE-1A89ED15245F}" destId="{7A4A1943-A212-4CD0-A71C-EA47ADE4FB22}" srcOrd="0" destOrd="0" presId="urn:microsoft.com/office/officeart/2016/7/layout/RepeatingBendingProcessNew"/>
    <dgm:cxn modelId="{3BB465B3-D774-4C7F-B76D-6E7DDA7C9116}" type="presParOf" srcId="{3640A947-EA50-4011-BCEF-5A0980A4DC14}" destId="{1E51EB96-311D-44AE-9E02-14E6FD3BB30D}" srcOrd="2" destOrd="0" presId="urn:microsoft.com/office/officeart/2016/7/layout/RepeatingBendingProcessNew"/>
    <dgm:cxn modelId="{669DC0EB-3F4C-4DD3-81F3-8F62E3038852}" type="presParOf" srcId="{3640A947-EA50-4011-BCEF-5A0980A4DC14}" destId="{2D7E7DA5-FA33-47CA-9A00-BB04B86326E0}" srcOrd="3" destOrd="0" presId="urn:microsoft.com/office/officeart/2016/7/layout/RepeatingBendingProcessNew"/>
    <dgm:cxn modelId="{C975504E-E5B3-4B3B-B19A-1E7BA2B52ED7}" type="presParOf" srcId="{2D7E7DA5-FA33-47CA-9A00-BB04B86326E0}" destId="{F9C1D47D-00E5-4D5E-8A8D-5DD71A9D4362}" srcOrd="0" destOrd="0" presId="urn:microsoft.com/office/officeart/2016/7/layout/RepeatingBendingProcessNew"/>
    <dgm:cxn modelId="{48671AEA-3A8C-499A-ADFC-618D15475AC9}" type="presParOf" srcId="{3640A947-EA50-4011-BCEF-5A0980A4DC14}" destId="{CA954A1A-1DDF-4C5D-9851-789241C0D48E}" srcOrd="4" destOrd="0" presId="urn:microsoft.com/office/officeart/2016/7/layout/RepeatingBendingProcessNew"/>
    <dgm:cxn modelId="{D7555676-F3A0-4444-8A49-977AF8A0C483}" type="presParOf" srcId="{3640A947-EA50-4011-BCEF-5A0980A4DC14}" destId="{92979B96-EFB7-4F98-B240-F2FADC61024B}" srcOrd="5" destOrd="0" presId="urn:microsoft.com/office/officeart/2016/7/layout/RepeatingBendingProcessNew"/>
    <dgm:cxn modelId="{BC7593A4-39AC-4141-BDC3-F13BC3356237}" type="presParOf" srcId="{92979B96-EFB7-4F98-B240-F2FADC61024B}" destId="{297D592F-1FE8-47CC-AC87-7306F405092B}" srcOrd="0" destOrd="0" presId="urn:microsoft.com/office/officeart/2016/7/layout/RepeatingBendingProcessNew"/>
    <dgm:cxn modelId="{E95FDB2C-6E7F-43F1-8221-60F48681EC89}" type="presParOf" srcId="{3640A947-EA50-4011-BCEF-5A0980A4DC14}" destId="{CC7B13FE-9C18-40FD-97F4-F5E4C8C5A931}" srcOrd="6" destOrd="0" presId="urn:microsoft.com/office/officeart/2016/7/layout/RepeatingBendingProcessNew"/>
    <dgm:cxn modelId="{AA05A7E8-ADFD-44B2-95D8-B1DD4B901AB9}" type="presParOf" srcId="{3640A947-EA50-4011-BCEF-5A0980A4DC14}" destId="{E81FC517-5369-45D4-9FFB-4F102668DEC0}" srcOrd="7" destOrd="0" presId="urn:microsoft.com/office/officeart/2016/7/layout/RepeatingBendingProcessNew"/>
    <dgm:cxn modelId="{1F1E7D97-675A-4AD7-891F-99C8728FC9BA}" type="presParOf" srcId="{E81FC517-5369-45D4-9FFB-4F102668DEC0}" destId="{B5160E0F-6C9E-482C-9A64-A56BC19B4164}" srcOrd="0" destOrd="0" presId="urn:microsoft.com/office/officeart/2016/7/layout/RepeatingBendingProcessNew"/>
    <dgm:cxn modelId="{3CE37ADC-6A50-416A-8DFE-76BB813AF255}" type="presParOf" srcId="{3640A947-EA50-4011-BCEF-5A0980A4DC14}" destId="{FA9DCA3A-BAC2-4AE4-8634-458C468C7578}" srcOrd="8" destOrd="0" presId="urn:microsoft.com/office/officeart/2016/7/layout/RepeatingBendingProcessNew"/>
    <dgm:cxn modelId="{4B3FACD7-87B8-4984-AA5E-C2686B73278E}" type="presParOf" srcId="{3640A947-EA50-4011-BCEF-5A0980A4DC14}" destId="{95C9F4E0-AC79-4397-AF3C-F27BF99CF876}" srcOrd="9" destOrd="0" presId="urn:microsoft.com/office/officeart/2016/7/layout/RepeatingBendingProcessNew"/>
    <dgm:cxn modelId="{51948B13-FF96-4775-BF99-00A12401D7AD}" type="presParOf" srcId="{95C9F4E0-AC79-4397-AF3C-F27BF99CF876}" destId="{081C8B24-DDED-496E-8883-CA7590586F7E}" srcOrd="0" destOrd="0" presId="urn:microsoft.com/office/officeart/2016/7/layout/RepeatingBendingProcessNew"/>
    <dgm:cxn modelId="{A1C59409-7C84-41B4-968C-4C4830535C59}" type="presParOf" srcId="{3640A947-EA50-4011-BCEF-5A0980A4DC14}" destId="{6EDD5F66-00D5-4972-821B-6A97DAF889B7}" srcOrd="10" destOrd="0" presId="urn:microsoft.com/office/officeart/2016/7/layout/RepeatingBendingProcessNew"/>
    <dgm:cxn modelId="{93D0E0DE-97AB-42C4-AD5B-A457FAAE9EC4}" type="presParOf" srcId="{3640A947-EA50-4011-BCEF-5A0980A4DC14}" destId="{23D34C20-4D6B-4AEA-BEA0-4815627E54A3}" srcOrd="11" destOrd="0" presId="urn:microsoft.com/office/officeart/2016/7/layout/RepeatingBendingProcessNew"/>
    <dgm:cxn modelId="{4C0B9A71-4F74-4D7D-A12E-BFA047CC320B}" type="presParOf" srcId="{23D34C20-4D6B-4AEA-BEA0-4815627E54A3}" destId="{FD99AEC0-9089-4343-9963-D7B5A56DB06A}" srcOrd="0" destOrd="0" presId="urn:microsoft.com/office/officeart/2016/7/layout/RepeatingBendingProcessNew"/>
    <dgm:cxn modelId="{D6F9BF67-05FF-414A-8A09-914F0C5327FB}" type="presParOf" srcId="{3640A947-EA50-4011-BCEF-5A0980A4DC14}" destId="{723341BA-A3B6-4B00-91E3-EB263F1EC434}" srcOrd="12" destOrd="0" presId="urn:microsoft.com/office/officeart/2016/7/layout/RepeatingBendingProcessNew"/>
    <dgm:cxn modelId="{78C3D267-A735-42C2-BB7F-0E5D704C1FCD}" type="presParOf" srcId="{3640A947-EA50-4011-BCEF-5A0980A4DC14}" destId="{CF0C4E8B-5524-49BC-AA47-377E3E32DFA0}" srcOrd="13" destOrd="0" presId="urn:microsoft.com/office/officeart/2016/7/layout/RepeatingBendingProcessNew"/>
    <dgm:cxn modelId="{93F9C07A-476B-4990-AB99-799B6356DD4B}" type="presParOf" srcId="{CF0C4E8B-5524-49BC-AA47-377E3E32DFA0}" destId="{C8F29856-4CE2-4385-A72F-8728DD8BEF4A}" srcOrd="0" destOrd="0" presId="urn:microsoft.com/office/officeart/2016/7/layout/RepeatingBendingProcessNew"/>
    <dgm:cxn modelId="{ED798334-5C52-440E-B7C3-77913B712357}" type="presParOf" srcId="{3640A947-EA50-4011-BCEF-5A0980A4DC14}" destId="{37C91984-AD24-43C2-A27F-024AE10FF195}" srcOrd="14" destOrd="0" presId="urn:microsoft.com/office/officeart/2016/7/layout/RepeatingBendingProcessNew"/>
    <dgm:cxn modelId="{C0A1A0C5-1BF8-41B6-B434-584C183730DC}" type="presParOf" srcId="{3640A947-EA50-4011-BCEF-5A0980A4DC14}" destId="{65396D9E-EF49-4D50-A794-128CD003B820}" srcOrd="15" destOrd="0" presId="urn:microsoft.com/office/officeart/2016/7/layout/RepeatingBendingProcessNew"/>
    <dgm:cxn modelId="{0567C398-E967-4BB1-BE33-8693EAC12044}" type="presParOf" srcId="{65396D9E-EF49-4D50-A794-128CD003B820}" destId="{95DFED00-B921-4A72-8418-254E31D161F1}" srcOrd="0" destOrd="0" presId="urn:microsoft.com/office/officeart/2016/7/layout/RepeatingBendingProcessNew"/>
    <dgm:cxn modelId="{76BC604A-D228-40A5-BD41-FA4AFC83100C}" type="presParOf" srcId="{3640A947-EA50-4011-BCEF-5A0980A4DC14}" destId="{6C2C4E14-B4B6-4A86-AF95-15A6E4AB82F1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28B8C0-4266-40E1-9AAB-0967BAF9F5D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27B3FA-7DC3-45E2-924D-6C6F4DF6B24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Entwicklung eines nachvollziehbaren Risikomodells</a:t>
          </a:r>
          <a:endParaRPr lang="en-US"/>
        </a:p>
      </dgm:t>
    </dgm:pt>
    <dgm:pt modelId="{51B170B7-C694-404C-9E41-7E9122A124F6}" type="parTrans" cxnId="{85B37C9B-5CC6-42C4-ABC0-A3A397D60ABF}">
      <dgm:prSet/>
      <dgm:spPr/>
      <dgm:t>
        <a:bodyPr/>
        <a:lstStyle/>
        <a:p>
          <a:endParaRPr lang="en-US"/>
        </a:p>
      </dgm:t>
    </dgm:pt>
    <dgm:pt modelId="{C495ECDF-5EB6-4647-8B9C-EE40641CCB64}" type="sibTrans" cxnId="{85B37C9B-5CC6-42C4-ABC0-A3A397D60ABF}">
      <dgm:prSet/>
      <dgm:spPr/>
      <dgm:t>
        <a:bodyPr/>
        <a:lstStyle/>
        <a:p>
          <a:endParaRPr lang="en-US"/>
        </a:p>
      </dgm:t>
    </dgm:pt>
    <dgm:pt modelId="{A459AC75-1D24-4202-8CFE-37E1EDB7A61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Bildung von klaren Risikoklassen</a:t>
          </a:r>
          <a:endParaRPr lang="en-US"/>
        </a:p>
      </dgm:t>
    </dgm:pt>
    <dgm:pt modelId="{CC8E65FA-0BA8-432B-ABBC-28118E5AC470}" type="parTrans" cxnId="{528297BF-713F-4F0A-8835-4315CC364116}">
      <dgm:prSet/>
      <dgm:spPr/>
      <dgm:t>
        <a:bodyPr/>
        <a:lstStyle/>
        <a:p>
          <a:endParaRPr lang="en-US"/>
        </a:p>
      </dgm:t>
    </dgm:pt>
    <dgm:pt modelId="{4680D8A3-AB83-4272-A3DE-4AAA8137A40D}" type="sibTrans" cxnId="{528297BF-713F-4F0A-8835-4315CC364116}">
      <dgm:prSet/>
      <dgm:spPr/>
      <dgm:t>
        <a:bodyPr/>
        <a:lstStyle/>
        <a:p>
          <a:endParaRPr lang="en-US"/>
        </a:p>
      </dgm:t>
    </dgm:pt>
    <dgm:pt modelId="{17355402-9BE7-40FE-B270-A49E0E2CF20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Analyse der Ausfallquoten je Klasse</a:t>
          </a:r>
          <a:endParaRPr lang="en-US"/>
        </a:p>
      </dgm:t>
    </dgm:pt>
    <dgm:pt modelId="{2B281E9E-A281-4EB7-8BA4-E2BA8074AE9B}" type="parTrans" cxnId="{3AC0EBA4-C05D-4700-AD6C-F6B17B9A0A8A}">
      <dgm:prSet/>
      <dgm:spPr/>
      <dgm:t>
        <a:bodyPr/>
        <a:lstStyle/>
        <a:p>
          <a:endParaRPr lang="en-US"/>
        </a:p>
      </dgm:t>
    </dgm:pt>
    <dgm:pt modelId="{95AAB028-85D2-47F2-A53E-9C0630408349}" type="sibTrans" cxnId="{3AC0EBA4-C05D-4700-AD6C-F6B17B9A0A8A}">
      <dgm:prSet/>
      <dgm:spPr/>
      <dgm:t>
        <a:bodyPr/>
        <a:lstStyle/>
        <a:p>
          <a:endParaRPr lang="en-US"/>
        </a:p>
      </dgm:t>
    </dgm:pt>
    <dgm:pt modelId="{B638D583-19E2-4680-AB3A-DC2515D55EE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Prüfung, ob Kreditvergabe &amp; Pricing risikosensitiv ist</a:t>
          </a:r>
          <a:endParaRPr lang="en-US"/>
        </a:p>
      </dgm:t>
    </dgm:pt>
    <dgm:pt modelId="{19EB286C-1B4B-4395-AD59-D0B154FC5F67}" type="parTrans" cxnId="{40F129B9-FFE3-4FB8-8474-F146BFB146BA}">
      <dgm:prSet/>
      <dgm:spPr/>
      <dgm:t>
        <a:bodyPr/>
        <a:lstStyle/>
        <a:p>
          <a:endParaRPr lang="en-US"/>
        </a:p>
      </dgm:t>
    </dgm:pt>
    <dgm:pt modelId="{EAD86829-4C43-4C17-B654-285C53C6995E}" type="sibTrans" cxnId="{40F129B9-FFE3-4FB8-8474-F146BFB146BA}">
      <dgm:prSet/>
      <dgm:spPr/>
      <dgm:t>
        <a:bodyPr/>
        <a:lstStyle/>
        <a:p>
          <a:endParaRPr lang="en-US"/>
        </a:p>
      </dgm:t>
    </dgm:pt>
    <dgm:pt modelId="{FE46FA06-3885-4F2A-85D5-EBC5ACB7871E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Identifikation von Auffälligkeiten (Red Flags)</a:t>
          </a:r>
          <a:endParaRPr lang="en-US"/>
        </a:p>
      </dgm:t>
    </dgm:pt>
    <dgm:pt modelId="{DA8E18A7-7E85-4753-BD28-846F634D86CC}" type="parTrans" cxnId="{25D66FAA-2699-4F7D-AAEA-E8B606D3ADF1}">
      <dgm:prSet/>
      <dgm:spPr/>
      <dgm:t>
        <a:bodyPr/>
        <a:lstStyle/>
        <a:p>
          <a:endParaRPr lang="en-US"/>
        </a:p>
      </dgm:t>
    </dgm:pt>
    <dgm:pt modelId="{1CF23A52-6CE8-4241-A2CC-E2E43A7C568E}" type="sibTrans" cxnId="{25D66FAA-2699-4F7D-AAEA-E8B606D3ADF1}">
      <dgm:prSet/>
      <dgm:spPr/>
      <dgm:t>
        <a:bodyPr/>
        <a:lstStyle/>
        <a:p>
          <a:endParaRPr lang="en-US"/>
        </a:p>
      </dgm:t>
    </dgm:pt>
    <dgm:pt modelId="{BF24779C-AC52-45B8-97F8-3EBF93CE6BC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Ableitung von Empfehlungen für Überwachung und Vergabe</a:t>
          </a:r>
          <a:endParaRPr lang="en-US"/>
        </a:p>
      </dgm:t>
    </dgm:pt>
    <dgm:pt modelId="{97E65724-3DAA-4DBF-8B94-A08A787F739E}" type="parTrans" cxnId="{18D314CF-F14C-4085-BFB7-30592298BACF}">
      <dgm:prSet/>
      <dgm:spPr/>
      <dgm:t>
        <a:bodyPr/>
        <a:lstStyle/>
        <a:p>
          <a:endParaRPr lang="en-US"/>
        </a:p>
      </dgm:t>
    </dgm:pt>
    <dgm:pt modelId="{E84778F7-BD34-42B6-B298-43091F676387}" type="sibTrans" cxnId="{18D314CF-F14C-4085-BFB7-30592298BACF}">
      <dgm:prSet/>
      <dgm:spPr/>
      <dgm:t>
        <a:bodyPr/>
        <a:lstStyle/>
        <a:p>
          <a:endParaRPr lang="en-US"/>
        </a:p>
      </dgm:t>
    </dgm:pt>
    <dgm:pt modelId="{DB3E89DF-C104-4609-97C5-8EEAA4233318}" type="pres">
      <dgm:prSet presAssocID="{AA28B8C0-4266-40E1-9AAB-0967BAF9F5DD}" presName="root" presStyleCnt="0">
        <dgm:presLayoutVars>
          <dgm:dir/>
          <dgm:resizeHandles val="exact"/>
        </dgm:presLayoutVars>
      </dgm:prSet>
      <dgm:spPr/>
    </dgm:pt>
    <dgm:pt modelId="{DD9EC3C3-E79D-41B6-A1CE-A25D227BE70D}" type="pres">
      <dgm:prSet presAssocID="{4527B3FA-7DC3-45E2-924D-6C6F4DF6B244}" presName="compNode" presStyleCnt="0"/>
      <dgm:spPr/>
    </dgm:pt>
    <dgm:pt modelId="{97D6CEA3-8607-4A67-8EEE-461BE38DA199}" type="pres">
      <dgm:prSet presAssocID="{4527B3FA-7DC3-45E2-924D-6C6F4DF6B24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: Slight curve"/>
        </a:ext>
      </dgm:extLst>
    </dgm:pt>
    <dgm:pt modelId="{05E1C231-14E4-4191-BB76-0A9A808AD75F}" type="pres">
      <dgm:prSet presAssocID="{4527B3FA-7DC3-45E2-924D-6C6F4DF6B244}" presName="spaceRect" presStyleCnt="0"/>
      <dgm:spPr/>
    </dgm:pt>
    <dgm:pt modelId="{042052CB-285B-43F9-AA1C-899D2A49333F}" type="pres">
      <dgm:prSet presAssocID="{4527B3FA-7DC3-45E2-924D-6C6F4DF6B244}" presName="textRect" presStyleLbl="revTx" presStyleIdx="0" presStyleCnt="6">
        <dgm:presLayoutVars>
          <dgm:chMax val="1"/>
          <dgm:chPref val="1"/>
        </dgm:presLayoutVars>
      </dgm:prSet>
      <dgm:spPr/>
    </dgm:pt>
    <dgm:pt modelId="{F137C66A-4F02-4F65-8A3E-79D5543402B1}" type="pres">
      <dgm:prSet presAssocID="{C495ECDF-5EB6-4647-8B9C-EE40641CCB64}" presName="sibTrans" presStyleCnt="0"/>
      <dgm:spPr/>
    </dgm:pt>
    <dgm:pt modelId="{0F6EBB5F-6F01-4E53-A112-1AE40F525B86}" type="pres">
      <dgm:prSet presAssocID="{A459AC75-1D24-4202-8CFE-37E1EDB7A614}" presName="compNode" presStyleCnt="0"/>
      <dgm:spPr/>
    </dgm:pt>
    <dgm:pt modelId="{4305A6BD-9ED7-4D08-84E1-4B6CE5510F55}" type="pres">
      <dgm:prSet presAssocID="{A459AC75-1D24-4202-8CFE-37E1EDB7A61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ücher"/>
        </a:ext>
      </dgm:extLst>
    </dgm:pt>
    <dgm:pt modelId="{77A2B225-924E-4694-8A3F-88E6A8D0F488}" type="pres">
      <dgm:prSet presAssocID="{A459AC75-1D24-4202-8CFE-37E1EDB7A614}" presName="spaceRect" presStyleCnt="0"/>
      <dgm:spPr/>
    </dgm:pt>
    <dgm:pt modelId="{3A7F6166-74A7-4A76-B053-74AC3A71C047}" type="pres">
      <dgm:prSet presAssocID="{A459AC75-1D24-4202-8CFE-37E1EDB7A614}" presName="textRect" presStyleLbl="revTx" presStyleIdx="1" presStyleCnt="6">
        <dgm:presLayoutVars>
          <dgm:chMax val="1"/>
          <dgm:chPref val="1"/>
        </dgm:presLayoutVars>
      </dgm:prSet>
      <dgm:spPr/>
    </dgm:pt>
    <dgm:pt modelId="{611A029A-CE42-4DD9-ADB9-C6B778F0BD1F}" type="pres">
      <dgm:prSet presAssocID="{4680D8A3-AB83-4272-A3DE-4AAA8137A40D}" presName="sibTrans" presStyleCnt="0"/>
      <dgm:spPr/>
    </dgm:pt>
    <dgm:pt modelId="{83EECD55-BED7-4D9B-8A9E-DBF1BBF02D30}" type="pres">
      <dgm:prSet presAssocID="{17355402-9BE7-40FE-B270-A49E0E2CF20E}" presName="compNode" presStyleCnt="0"/>
      <dgm:spPr/>
    </dgm:pt>
    <dgm:pt modelId="{C68D6590-234B-4AB4-8C4F-1E3C636D2BAC}" type="pres">
      <dgm:prSet presAssocID="{17355402-9BE7-40FE-B270-A49E0E2CF20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727F6DD-2656-4870-A2A3-E616DED86347}" type="pres">
      <dgm:prSet presAssocID="{17355402-9BE7-40FE-B270-A49E0E2CF20E}" presName="spaceRect" presStyleCnt="0"/>
      <dgm:spPr/>
    </dgm:pt>
    <dgm:pt modelId="{31144AA6-42C2-4297-A45D-F8FF326C3B55}" type="pres">
      <dgm:prSet presAssocID="{17355402-9BE7-40FE-B270-A49E0E2CF20E}" presName="textRect" presStyleLbl="revTx" presStyleIdx="2" presStyleCnt="6">
        <dgm:presLayoutVars>
          <dgm:chMax val="1"/>
          <dgm:chPref val="1"/>
        </dgm:presLayoutVars>
      </dgm:prSet>
      <dgm:spPr/>
    </dgm:pt>
    <dgm:pt modelId="{1BAE3579-8CD3-40D4-8D14-EEA305D176E3}" type="pres">
      <dgm:prSet presAssocID="{95AAB028-85D2-47F2-A53E-9C0630408349}" presName="sibTrans" presStyleCnt="0"/>
      <dgm:spPr/>
    </dgm:pt>
    <dgm:pt modelId="{D3D9158F-9E45-4B9C-9811-6648BD83F729}" type="pres">
      <dgm:prSet presAssocID="{B638D583-19E2-4680-AB3A-DC2515D55EE0}" presName="compNode" presStyleCnt="0"/>
      <dgm:spPr/>
    </dgm:pt>
    <dgm:pt modelId="{07FE75E7-302E-4BD0-903C-9E94336A9DD9}" type="pres">
      <dgm:prSet presAssocID="{B638D583-19E2-4680-AB3A-DC2515D55EE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D7424DB-FCF8-44EE-B55E-86F10F4A09B2}" type="pres">
      <dgm:prSet presAssocID="{B638D583-19E2-4680-AB3A-DC2515D55EE0}" presName="spaceRect" presStyleCnt="0"/>
      <dgm:spPr/>
    </dgm:pt>
    <dgm:pt modelId="{0669C26C-9607-4ED3-ADE2-3D892E8DA3F7}" type="pres">
      <dgm:prSet presAssocID="{B638D583-19E2-4680-AB3A-DC2515D55EE0}" presName="textRect" presStyleLbl="revTx" presStyleIdx="3" presStyleCnt="6">
        <dgm:presLayoutVars>
          <dgm:chMax val="1"/>
          <dgm:chPref val="1"/>
        </dgm:presLayoutVars>
      </dgm:prSet>
      <dgm:spPr/>
    </dgm:pt>
    <dgm:pt modelId="{EAC6316D-39FE-4FBA-8515-D602747026C7}" type="pres">
      <dgm:prSet presAssocID="{EAD86829-4C43-4C17-B654-285C53C6995E}" presName="sibTrans" presStyleCnt="0"/>
      <dgm:spPr/>
    </dgm:pt>
    <dgm:pt modelId="{85BA3AFA-B4A3-4428-BDBB-92FA59F6375E}" type="pres">
      <dgm:prSet presAssocID="{FE46FA06-3885-4F2A-85D5-EBC5ACB7871E}" presName="compNode" presStyleCnt="0"/>
      <dgm:spPr/>
    </dgm:pt>
    <dgm:pt modelId="{EF1DA1AB-0B8E-42EC-A25A-2A1051F4D733}" type="pres">
      <dgm:prSet presAssocID="{FE46FA06-3885-4F2A-85D5-EBC5ACB7871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nnzeichen"/>
        </a:ext>
      </dgm:extLst>
    </dgm:pt>
    <dgm:pt modelId="{9CFD6419-BBB7-40B2-947D-EE571F6DCB87}" type="pres">
      <dgm:prSet presAssocID="{FE46FA06-3885-4F2A-85D5-EBC5ACB7871E}" presName="spaceRect" presStyleCnt="0"/>
      <dgm:spPr/>
    </dgm:pt>
    <dgm:pt modelId="{19771912-1096-4406-8DD0-A630860FB61A}" type="pres">
      <dgm:prSet presAssocID="{FE46FA06-3885-4F2A-85D5-EBC5ACB7871E}" presName="textRect" presStyleLbl="revTx" presStyleIdx="4" presStyleCnt="6">
        <dgm:presLayoutVars>
          <dgm:chMax val="1"/>
          <dgm:chPref val="1"/>
        </dgm:presLayoutVars>
      </dgm:prSet>
      <dgm:spPr/>
    </dgm:pt>
    <dgm:pt modelId="{4381C77B-D1FF-4897-837F-C2F3623B0F1E}" type="pres">
      <dgm:prSet presAssocID="{1CF23A52-6CE8-4241-A2CC-E2E43A7C568E}" presName="sibTrans" presStyleCnt="0"/>
      <dgm:spPr/>
    </dgm:pt>
    <dgm:pt modelId="{F7F8D82C-0992-4C68-A615-04A3F3DFCCDB}" type="pres">
      <dgm:prSet presAssocID="{BF24779C-AC52-45B8-97F8-3EBF93CE6BC1}" presName="compNode" presStyleCnt="0"/>
      <dgm:spPr/>
    </dgm:pt>
    <dgm:pt modelId="{D3821A75-DD62-437B-BC76-1F828792EEEF}" type="pres">
      <dgm:prSet presAssocID="{BF24779C-AC52-45B8-97F8-3EBF93CE6BC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99178E4B-F872-4854-BCE6-0FE0AA47D5EA}" type="pres">
      <dgm:prSet presAssocID="{BF24779C-AC52-45B8-97F8-3EBF93CE6BC1}" presName="spaceRect" presStyleCnt="0"/>
      <dgm:spPr/>
    </dgm:pt>
    <dgm:pt modelId="{50B236BE-965F-40CB-A369-FC92D2A0CC18}" type="pres">
      <dgm:prSet presAssocID="{BF24779C-AC52-45B8-97F8-3EBF93CE6BC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1FC7110-8AE9-4927-A51D-19657A0F5F6A}" type="presOf" srcId="{BF24779C-AC52-45B8-97F8-3EBF93CE6BC1}" destId="{50B236BE-965F-40CB-A369-FC92D2A0CC18}" srcOrd="0" destOrd="0" presId="urn:microsoft.com/office/officeart/2018/2/layout/IconLabelList"/>
    <dgm:cxn modelId="{96AFF015-38ED-45DE-BADB-39A8675E950A}" type="presOf" srcId="{AA28B8C0-4266-40E1-9AAB-0967BAF9F5DD}" destId="{DB3E89DF-C104-4609-97C5-8EEAA4233318}" srcOrd="0" destOrd="0" presId="urn:microsoft.com/office/officeart/2018/2/layout/IconLabelList"/>
    <dgm:cxn modelId="{3396A238-77E8-48C6-93CB-6EEAD3205E91}" type="presOf" srcId="{A459AC75-1D24-4202-8CFE-37E1EDB7A614}" destId="{3A7F6166-74A7-4A76-B053-74AC3A71C047}" srcOrd="0" destOrd="0" presId="urn:microsoft.com/office/officeart/2018/2/layout/IconLabelList"/>
    <dgm:cxn modelId="{40D2E74D-6814-4CC2-83A0-F8AEE3529E31}" type="presOf" srcId="{4527B3FA-7DC3-45E2-924D-6C6F4DF6B244}" destId="{042052CB-285B-43F9-AA1C-899D2A49333F}" srcOrd="0" destOrd="0" presId="urn:microsoft.com/office/officeart/2018/2/layout/IconLabelList"/>
    <dgm:cxn modelId="{7D4B0D55-AF4C-44E4-A95A-CCA39DC8F79B}" type="presOf" srcId="{B638D583-19E2-4680-AB3A-DC2515D55EE0}" destId="{0669C26C-9607-4ED3-ADE2-3D892E8DA3F7}" srcOrd="0" destOrd="0" presId="urn:microsoft.com/office/officeart/2018/2/layout/IconLabelList"/>
    <dgm:cxn modelId="{85B37C9B-5CC6-42C4-ABC0-A3A397D60ABF}" srcId="{AA28B8C0-4266-40E1-9AAB-0967BAF9F5DD}" destId="{4527B3FA-7DC3-45E2-924D-6C6F4DF6B244}" srcOrd="0" destOrd="0" parTransId="{51B170B7-C694-404C-9E41-7E9122A124F6}" sibTransId="{C495ECDF-5EB6-4647-8B9C-EE40641CCB64}"/>
    <dgm:cxn modelId="{3AC0EBA4-C05D-4700-AD6C-F6B17B9A0A8A}" srcId="{AA28B8C0-4266-40E1-9AAB-0967BAF9F5DD}" destId="{17355402-9BE7-40FE-B270-A49E0E2CF20E}" srcOrd="2" destOrd="0" parTransId="{2B281E9E-A281-4EB7-8BA4-E2BA8074AE9B}" sibTransId="{95AAB028-85D2-47F2-A53E-9C0630408349}"/>
    <dgm:cxn modelId="{25D66FAA-2699-4F7D-AAEA-E8B606D3ADF1}" srcId="{AA28B8C0-4266-40E1-9AAB-0967BAF9F5DD}" destId="{FE46FA06-3885-4F2A-85D5-EBC5ACB7871E}" srcOrd="4" destOrd="0" parTransId="{DA8E18A7-7E85-4753-BD28-846F634D86CC}" sibTransId="{1CF23A52-6CE8-4241-A2CC-E2E43A7C568E}"/>
    <dgm:cxn modelId="{3FB7ACAA-E458-47C3-A101-EEFB0D9F395D}" type="presOf" srcId="{FE46FA06-3885-4F2A-85D5-EBC5ACB7871E}" destId="{19771912-1096-4406-8DD0-A630860FB61A}" srcOrd="0" destOrd="0" presId="urn:microsoft.com/office/officeart/2018/2/layout/IconLabelList"/>
    <dgm:cxn modelId="{40F129B9-FFE3-4FB8-8474-F146BFB146BA}" srcId="{AA28B8C0-4266-40E1-9AAB-0967BAF9F5DD}" destId="{B638D583-19E2-4680-AB3A-DC2515D55EE0}" srcOrd="3" destOrd="0" parTransId="{19EB286C-1B4B-4395-AD59-D0B154FC5F67}" sibTransId="{EAD86829-4C43-4C17-B654-285C53C6995E}"/>
    <dgm:cxn modelId="{528297BF-713F-4F0A-8835-4315CC364116}" srcId="{AA28B8C0-4266-40E1-9AAB-0967BAF9F5DD}" destId="{A459AC75-1D24-4202-8CFE-37E1EDB7A614}" srcOrd="1" destOrd="0" parTransId="{CC8E65FA-0BA8-432B-ABBC-28118E5AC470}" sibTransId="{4680D8A3-AB83-4272-A3DE-4AAA8137A40D}"/>
    <dgm:cxn modelId="{2012D0CE-3DFD-44A9-8E60-B1EBB6EAED9D}" type="presOf" srcId="{17355402-9BE7-40FE-B270-A49E0E2CF20E}" destId="{31144AA6-42C2-4297-A45D-F8FF326C3B55}" srcOrd="0" destOrd="0" presId="urn:microsoft.com/office/officeart/2018/2/layout/IconLabelList"/>
    <dgm:cxn modelId="{18D314CF-F14C-4085-BFB7-30592298BACF}" srcId="{AA28B8C0-4266-40E1-9AAB-0967BAF9F5DD}" destId="{BF24779C-AC52-45B8-97F8-3EBF93CE6BC1}" srcOrd="5" destOrd="0" parTransId="{97E65724-3DAA-4DBF-8B94-A08A787F739E}" sibTransId="{E84778F7-BD34-42B6-B298-43091F676387}"/>
    <dgm:cxn modelId="{520EB104-3479-4F4D-85AE-B00D5A8C3150}" type="presParOf" srcId="{DB3E89DF-C104-4609-97C5-8EEAA4233318}" destId="{DD9EC3C3-E79D-41B6-A1CE-A25D227BE70D}" srcOrd="0" destOrd="0" presId="urn:microsoft.com/office/officeart/2018/2/layout/IconLabelList"/>
    <dgm:cxn modelId="{88ED02CA-C82D-4EB7-9881-D2A48A6C212A}" type="presParOf" srcId="{DD9EC3C3-E79D-41B6-A1CE-A25D227BE70D}" destId="{97D6CEA3-8607-4A67-8EEE-461BE38DA199}" srcOrd="0" destOrd="0" presId="urn:microsoft.com/office/officeart/2018/2/layout/IconLabelList"/>
    <dgm:cxn modelId="{8B31C12C-BD48-45E9-B2DF-0AFC3D9E91B1}" type="presParOf" srcId="{DD9EC3C3-E79D-41B6-A1CE-A25D227BE70D}" destId="{05E1C231-14E4-4191-BB76-0A9A808AD75F}" srcOrd="1" destOrd="0" presId="urn:microsoft.com/office/officeart/2018/2/layout/IconLabelList"/>
    <dgm:cxn modelId="{397CD5D5-7B21-429B-8B4D-AD3EA3FD89B3}" type="presParOf" srcId="{DD9EC3C3-E79D-41B6-A1CE-A25D227BE70D}" destId="{042052CB-285B-43F9-AA1C-899D2A49333F}" srcOrd="2" destOrd="0" presId="urn:microsoft.com/office/officeart/2018/2/layout/IconLabelList"/>
    <dgm:cxn modelId="{856A88C3-AB47-4B62-961A-0A6D3126D761}" type="presParOf" srcId="{DB3E89DF-C104-4609-97C5-8EEAA4233318}" destId="{F137C66A-4F02-4F65-8A3E-79D5543402B1}" srcOrd="1" destOrd="0" presId="urn:microsoft.com/office/officeart/2018/2/layout/IconLabelList"/>
    <dgm:cxn modelId="{ED1E1B2C-5717-4098-8654-E22464D03DCA}" type="presParOf" srcId="{DB3E89DF-C104-4609-97C5-8EEAA4233318}" destId="{0F6EBB5F-6F01-4E53-A112-1AE40F525B86}" srcOrd="2" destOrd="0" presId="urn:microsoft.com/office/officeart/2018/2/layout/IconLabelList"/>
    <dgm:cxn modelId="{ADFE7221-E504-4CD6-B0DD-A7D3519A2C87}" type="presParOf" srcId="{0F6EBB5F-6F01-4E53-A112-1AE40F525B86}" destId="{4305A6BD-9ED7-4D08-84E1-4B6CE5510F55}" srcOrd="0" destOrd="0" presId="urn:microsoft.com/office/officeart/2018/2/layout/IconLabelList"/>
    <dgm:cxn modelId="{D230BCCB-8A1C-4471-97D1-5511B97D8B7E}" type="presParOf" srcId="{0F6EBB5F-6F01-4E53-A112-1AE40F525B86}" destId="{77A2B225-924E-4694-8A3F-88E6A8D0F488}" srcOrd="1" destOrd="0" presId="urn:microsoft.com/office/officeart/2018/2/layout/IconLabelList"/>
    <dgm:cxn modelId="{8CF7AA8D-0E90-40B3-80AC-F6FED6A09184}" type="presParOf" srcId="{0F6EBB5F-6F01-4E53-A112-1AE40F525B86}" destId="{3A7F6166-74A7-4A76-B053-74AC3A71C047}" srcOrd="2" destOrd="0" presId="urn:microsoft.com/office/officeart/2018/2/layout/IconLabelList"/>
    <dgm:cxn modelId="{723FAB73-8EFC-4140-A52C-74C16678E3B3}" type="presParOf" srcId="{DB3E89DF-C104-4609-97C5-8EEAA4233318}" destId="{611A029A-CE42-4DD9-ADB9-C6B778F0BD1F}" srcOrd="3" destOrd="0" presId="urn:microsoft.com/office/officeart/2018/2/layout/IconLabelList"/>
    <dgm:cxn modelId="{10C274D5-389F-4759-BDF3-3906B3B3A25A}" type="presParOf" srcId="{DB3E89DF-C104-4609-97C5-8EEAA4233318}" destId="{83EECD55-BED7-4D9B-8A9E-DBF1BBF02D30}" srcOrd="4" destOrd="0" presId="urn:microsoft.com/office/officeart/2018/2/layout/IconLabelList"/>
    <dgm:cxn modelId="{1E60600E-66BD-4FAC-A449-70CE4F36CEDE}" type="presParOf" srcId="{83EECD55-BED7-4D9B-8A9E-DBF1BBF02D30}" destId="{C68D6590-234B-4AB4-8C4F-1E3C636D2BAC}" srcOrd="0" destOrd="0" presId="urn:microsoft.com/office/officeart/2018/2/layout/IconLabelList"/>
    <dgm:cxn modelId="{211BFA79-6726-4D6D-8F59-7547C8D87D9F}" type="presParOf" srcId="{83EECD55-BED7-4D9B-8A9E-DBF1BBF02D30}" destId="{D727F6DD-2656-4870-A2A3-E616DED86347}" srcOrd="1" destOrd="0" presId="urn:microsoft.com/office/officeart/2018/2/layout/IconLabelList"/>
    <dgm:cxn modelId="{362176AB-E097-4343-B73C-30EA1109F8F3}" type="presParOf" srcId="{83EECD55-BED7-4D9B-8A9E-DBF1BBF02D30}" destId="{31144AA6-42C2-4297-A45D-F8FF326C3B55}" srcOrd="2" destOrd="0" presId="urn:microsoft.com/office/officeart/2018/2/layout/IconLabelList"/>
    <dgm:cxn modelId="{B2EA46C5-12BB-429A-A934-2AC4F92FC1F5}" type="presParOf" srcId="{DB3E89DF-C104-4609-97C5-8EEAA4233318}" destId="{1BAE3579-8CD3-40D4-8D14-EEA305D176E3}" srcOrd="5" destOrd="0" presId="urn:microsoft.com/office/officeart/2018/2/layout/IconLabelList"/>
    <dgm:cxn modelId="{93207691-A937-406F-9AA9-05348FCB06A9}" type="presParOf" srcId="{DB3E89DF-C104-4609-97C5-8EEAA4233318}" destId="{D3D9158F-9E45-4B9C-9811-6648BD83F729}" srcOrd="6" destOrd="0" presId="urn:microsoft.com/office/officeart/2018/2/layout/IconLabelList"/>
    <dgm:cxn modelId="{2E75D134-4BCF-483B-88E3-0A49C0A57D5B}" type="presParOf" srcId="{D3D9158F-9E45-4B9C-9811-6648BD83F729}" destId="{07FE75E7-302E-4BD0-903C-9E94336A9DD9}" srcOrd="0" destOrd="0" presId="urn:microsoft.com/office/officeart/2018/2/layout/IconLabelList"/>
    <dgm:cxn modelId="{259F8D28-4680-4652-AB1B-280E1E12B769}" type="presParOf" srcId="{D3D9158F-9E45-4B9C-9811-6648BD83F729}" destId="{7D7424DB-FCF8-44EE-B55E-86F10F4A09B2}" srcOrd="1" destOrd="0" presId="urn:microsoft.com/office/officeart/2018/2/layout/IconLabelList"/>
    <dgm:cxn modelId="{DFD347C9-D8B2-4C46-AC6A-C8380A7FB1B9}" type="presParOf" srcId="{D3D9158F-9E45-4B9C-9811-6648BD83F729}" destId="{0669C26C-9607-4ED3-ADE2-3D892E8DA3F7}" srcOrd="2" destOrd="0" presId="urn:microsoft.com/office/officeart/2018/2/layout/IconLabelList"/>
    <dgm:cxn modelId="{022D5542-9517-44C4-8910-EF14E2463081}" type="presParOf" srcId="{DB3E89DF-C104-4609-97C5-8EEAA4233318}" destId="{EAC6316D-39FE-4FBA-8515-D602747026C7}" srcOrd="7" destOrd="0" presId="urn:microsoft.com/office/officeart/2018/2/layout/IconLabelList"/>
    <dgm:cxn modelId="{6E1A69F1-884C-4FFC-80C2-30CE58738A7C}" type="presParOf" srcId="{DB3E89DF-C104-4609-97C5-8EEAA4233318}" destId="{85BA3AFA-B4A3-4428-BDBB-92FA59F6375E}" srcOrd="8" destOrd="0" presId="urn:microsoft.com/office/officeart/2018/2/layout/IconLabelList"/>
    <dgm:cxn modelId="{7A6F8E0E-C244-4507-8775-A82FF88FF67F}" type="presParOf" srcId="{85BA3AFA-B4A3-4428-BDBB-92FA59F6375E}" destId="{EF1DA1AB-0B8E-42EC-A25A-2A1051F4D733}" srcOrd="0" destOrd="0" presId="urn:microsoft.com/office/officeart/2018/2/layout/IconLabelList"/>
    <dgm:cxn modelId="{0096D205-B806-4796-B04E-8F438D3FA6F3}" type="presParOf" srcId="{85BA3AFA-B4A3-4428-BDBB-92FA59F6375E}" destId="{9CFD6419-BBB7-40B2-947D-EE571F6DCB87}" srcOrd="1" destOrd="0" presId="urn:microsoft.com/office/officeart/2018/2/layout/IconLabelList"/>
    <dgm:cxn modelId="{E8D1E420-0F72-474D-9007-2C33B80A17AC}" type="presParOf" srcId="{85BA3AFA-B4A3-4428-BDBB-92FA59F6375E}" destId="{19771912-1096-4406-8DD0-A630860FB61A}" srcOrd="2" destOrd="0" presId="urn:microsoft.com/office/officeart/2018/2/layout/IconLabelList"/>
    <dgm:cxn modelId="{30E51ACF-289F-48E0-8266-95866E8C21F5}" type="presParOf" srcId="{DB3E89DF-C104-4609-97C5-8EEAA4233318}" destId="{4381C77B-D1FF-4897-837F-C2F3623B0F1E}" srcOrd="9" destOrd="0" presId="urn:microsoft.com/office/officeart/2018/2/layout/IconLabelList"/>
    <dgm:cxn modelId="{7BC6C363-8FA2-4361-ADB7-CD984F4091C8}" type="presParOf" srcId="{DB3E89DF-C104-4609-97C5-8EEAA4233318}" destId="{F7F8D82C-0992-4C68-A615-04A3F3DFCCDB}" srcOrd="10" destOrd="0" presId="urn:microsoft.com/office/officeart/2018/2/layout/IconLabelList"/>
    <dgm:cxn modelId="{52FF1219-B0DF-49E8-85DC-F55FD60CE8E7}" type="presParOf" srcId="{F7F8D82C-0992-4C68-A615-04A3F3DFCCDB}" destId="{D3821A75-DD62-437B-BC76-1F828792EEEF}" srcOrd="0" destOrd="0" presId="urn:microsoft.com/office/officeart/2018/2/layout/IconLabelList"/>
    <dgm:cxn modelId="{6A47C151-9E0C-4042-8D33-C7E7132ADFA4}" type="presParOf" srcId="{F7F8D82C-0992-4C68-A615-04A3F3DFCCDB}" destId="{99178E4B-F872-4854-BCE6-0FE0AA47D5EA}" srcOrd="1" destOrd="0" presId="urn:microsoft.com/office/officeart/2018/2/layout/IconLabelList"/>
    <dgm:cxn modelId="{49F98C04-A68B-4B13-9862-DFDCC0C5886B}" type="presParOf" srcId="{F7F8D82C-0992-4C68-A615-04A3F3DFCCDB}" destId="{50B236BE-965F-40CB-A369-FC92D2A0CC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A0A6C9-A0C6-42DB-9C18-69DD6D02055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18FB5E-A88D-4A0E-AF25-98604DFA7265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Regelbasiertes Scoring-Modell</a:t>
          </a:r>
          <a:br>
            <a:rPr lang="de-DE"/>
          </a:br>
          <a:r>
            <a:rPr lang="de-DE"/>
            <a:t>→ 6 Faktoren: Loan-Grade, Einkommen, Kreditsumme, Einkommensbelastung, Beschäftigungsdauer, Wohneigentum</a:t>
          </a:r>
          <a:endParaRPr lang="en-US"/>
        </a:p>
      </dgm:t>
    </dgm:pt>
    <dgm:pt modelId="{B4D86BD2-2A71-4947-BE2D-B90C407541AF}" type="parTrans" cxnId="{3BB12F29-51DF-4654-8C33-B9E1495E68FD}">
      <dgm:prSet/>
      <dgm:spPr/>
      <dgm:t>
        <a:bodyPr/>
        <a:lstStyle/>
        <a:p>
          <a:endParaRPr lang="en-US"/>
        </a:p>
      </dgm:t>
    </dgm:pt>
    <dgm:pt modelId="{DF70185D-2A93-48DE-A84C-793FF48954AC}" type="sibTrans" cxnId="{3BB12F29-51DF-4654-8C33-B9E1495E68F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483C1E-7F5F-4278-8DC4-1DD84AA99DE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Punktevergabe</a:t>
          </a:r>
          <a:br>
            <a:rPr lang="de-DE"/>
          </a:br>
          <a:r>
            <a:rPr lang="de-DE"/>
            <a:t>→ Jeder Faktor wird in Risiko-Punkte übersetzt (mehr Punkte = höheres Risiko)</a:t>
          </a:r>
          <a:endParaRPr lang="en-US"/>
        </a:p>
      </dgm:t>
    </dgm:pt>
    <dgm:pt modelId="{B5CEFD14-2A44-4AC1-A9D4-8E006230B166}" type="parTrans" cxnId="{87800253-8FE9-412D-ADEE-229515695A2F}">
      <dgm:prSet/>
      <dgm:spPr/>
      <dgm:t>
        <a:bodyPr/>
        <a:lstStyle/>
        <a:p>
          <a:endParaRPr lang="en-US"/>
        </a:p>
      </dgm:t>
    </dgm:pt>
    <dgm:pt modelId="{CF05A5E5-849A-446E-AA3F-73D27716F558}" type="sibTrans" cxnId="{87800253-8FE9-412D-ADEE-229515695A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5FF210-D8BB-48C4-92D0-F42CD8B2A35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Gesamt-Risikoscore</a:t>
          </a:r>
          <a:br>
            <a:rPr lang="de-DE"/>
          </a:br>
          <a:r>
            <a:rPr lang="de-DE"/>
            <a:t>→ Summe der Punkte, Einteilung in 5 Klassen: Sehr niedrig, Niedrig, Mittel, Hoch, Sehr hoch</a:t>
          </a:r>
          <a:endParaRPr lang="en-US"/>
        </a:p>
      </dgm:t>
    </dgm:pt>
    <dgm:pt modelId="{0DAC367F-D99A-4BC2-A8B8-0EB5DC1AD10D}" type="parTrans" cxnId="{E541DAE3-F237-466A-A5B6-BA22208329F9}">
      <dgm:prSet/>
      <dgm:spPr/>
      <dgm:t>
        <a:bodyPr/>
        <a:lstStyle/>
        <a:p>
          <a:endParaRPr lang="en-US"/>
        </a:p>
      </dgm:t>
    </dgm:pt>
    <dgm:pt modelId="{1A69890A-8676-4C90-AEE4-5B4EF51ADCB8}" type="sibTrans" cxnId="{E541DAE3-F237-466A-A5B6-BA22208329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0557EA-DBDF-4816-8D1C-22E5541D9C2B}">
      <dgm:prSet/>
      <dgm:spPr/>
      <dgm:t>
        <a:bodyPr/>
        <a:lstStyle/>
        <a:p>
          <a:pPr>
            <a:lnSpc>
              <a:spcPct val="100000"/>
            </a:lnSpc>
          </a:pPr>
          <a:r>
            <a:rPr lang="de-DE" b="1"/>
            <a:t>Validierung</a:t>
          </a:r>
          <a:br>
            <a:rPr lang="de-DE"/>
          </a:br>
          <a:r>
            <a:rPr lang="de-DE"/>
            <a:t>→ Pearson-Korrelation Score ↔ Loan Status: </a:t>
          </a:r>
          <a:r>
            <a:rPr lang="de-DE" b="1"/>
            <a:t>0,49</a:t>
          </a:r>
          <a:r>
            <a:rPr lang="de-DE"/>
            <a:t> (positiver Zusammenhang)</a:t>
          </a:r>
          <a:br>
            <a:rPr lang="de-DE"/>
          </a:br>
          <a:r>
            <a:rPr lang="de-DE"/>
            <a:t>→ Ausfall-Raten steigen </a:t>
          </a:r>
          <a:r>
            <a:rPr lang="de-DE" b="1"/>
            <a:t>monoton je Klasse</a:t>
          </a:r>
          <a:endParaRPr lang="en-US"/>
        </a:p>
      </dgm:t>
    </dgm:pt>
    <dgm:pt modelId="{74EB0CE3-B347-44E0-9101-044AC6D1207B}" type="parTrans" cxnId="{190DE389-E9A8-4DC1-B79B-DCD91F0E5614}">
      <dgm:prSet/>
      <dgm:spPr/>
      <dgm:t>
        <a:bodyPr/>
        <a:lstStyle/>
        <a:p>
          <a:endParaRPr lang="en-US"/>
        </a:p>
      </dgm:t>
    </dgm:pt>
    <dgm:pt modelId="{4B7D3A1F-F4DA-4AE4-BB48-E714EAADB828}" type="sibTrans" cxnId="{190DE389-E9A8-4DC1-B79B-DCD91F0E5614}">
      <dgm:prSet/>
      <dgm:spPr/>
      <dgm:t>
        <a:bodyPr/>
        <a:lstStyle/>
        <a:p>
          <a:endParaRPr lang="en-US"/>
        </a:p>
      </dgm:t>
    </dgm:pt>
    <dgm:pt modelId="{E7008716-0ECE-44E7-85EB-ACBA804A1D61}" type="pres">
      <dgm:prSet presAssocID="{D9A0A6C9-A0C6-42DB-9C18-69DD6D02055D}" presName="root" presStyleCnt="0">
        <dgm:presLayoutVars>
          <dgm:dir/>
          <dgm:resizeHandles val="exact"/>
        </dgm:presLayoutVars>
      </dgm:prSet>
      <dgm:spPr/>
    </dgm:pt>
    <dgm:pt modelId="{7CD01263-C079-451A-BB03-9CC27C289718}" type="pres">
      <dgm:prSet presAssocID="{3018FB5E-A88D-4A0E-AF25-98604DFA7265}" presName="compNode" presStyleCnt="0"/>
      <dgm:spPr/>
    </dgm:pt>
    <dgm:pt modelId="{3C17A929-BC9A-495B-B430-DFBB87717D87}" type="pres">
      <dgm:prSet presAssocID="{3018FB5E-A88D-4A0E-AF25-98604DFA7265}" presName="bgRect" presStyleLbl="bgShp" presStyleIdx="0" presStyleCnt="4"/>
      <dgm:spPr/>
    </dgm:pt>
    <dgm:pt modelId="{2A927FB8-01A9-4D11-87AC-82A3F115ECF1}" type="pres">
      <dgm:prSet presAssocID="{3018FB5E-A88D-4A0E-AF25-98604DFA72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02B860B-950D-4C93-BCCA-55BC1F1A52F2}" type="pres">
      <dgm:prSet presAssocID="{3018FB5E-A88D-4A0E-AF25-98604DFA7265}" presName="spaceRect" presStyleCnt="0"/>
      <dgm:spPr/>
    </dgm:pt>
    <dgm:pt modelId="{6EC92C62-575D-4E99-B27F-A69A538DE88A}" type="pres">
      <dgm:prSet presAssocID="{3018FB5E-A88D-4A0E-AF25-98604DFA7265}" presName="parTx" presStyleLbl="revTx" presStyleIdx="0" presStyleCnt="4">
        <dgm:presLayoutVars>
          <dgm:chMax val="0"/>
          <dgm:chPref val="0"/>
        </dgm:presLayoutVars>
      </dgm:prSet>
      <dgm:spPr/>
    </dgm:pt>
    <dgm:pt modelId="{548D6013-A415-484C-BE4E-E186E34A6382}" type="pres">
      <dgm:prSet presAssocID="{DF70185D-2A93-48DE-A84C-793FF48954AC}" presName="sibTrans" presStyleCnt="0"/>
      <dgm:spPr/>
    </dgm:pt>
    <dgm:pt modelId="{C2F88CBA-F6BD-4CE3-9D50-5888E7EB1624}" type="pres">
      <dgm:prSet presAssocID="{76483C1E-7F5F-4278-8DC4-1DD84AA99DEA}" presName="compNode" presStyleCnt="0"/>
      <dgm:spPr/>
    </dgm:pt>
    <dgm:pt modelId="{AE169900-3457-43E0-AD86-4F2F829865F1}" type="pres">
      <dgm:prSet presAssocID="{76483C1E-7F5F-4278-8DC4-1DD84AA99DEA}" presName="bgRect" presStyleLbl="bgShp" presStyleIdx="1" presStyleCnt="4"/>
      <dgm:spPr/>
    </dgm:pt>
    <dgm:pt modelId="{59E86ECA-D682-4E5E-A11C-7D0744641194}" type="pres">
      <dgm:prSet presAssocID="{76483C1E-7F5F-4278-8DC4-1DD84AA99DE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E14CA3E2-ED4A-4EDC-AFBE-2C42A78F1D14}" type="pres">
      <dgm:prSet presAssocID="{76483C1E-7F5F-4278-8DC4-1DD84AA99DEA}" presName="spaceRect" presStyleCnt="0"/>
      <dgm:spPr/>
    </dgm:pt>
    <dgm:pt modelId="{7C0A310C-FC6E-47BF-BDB6-ADD7E2F115C8}" type="pres">
      <dgm:prSet presAssocID="{76483C1E-7F5F-4278-8DC4-1DD84AA99DEA}" presName="parTx" presStyleLbl="revTx" presStyleIdx="1" presStyleCnt="4">
        <dgm:presLayoutVars>
          <dgm:chMax val="0"/>
          <dgm:chPref val="0"/>
        </dgm:presLayoutVars>
      </dgm:prSet>
      <dgm:spPr/>
    </dgm:pt>
    <dgm:pt modelId="{362CF72E-CD05-49F2-A7BD-F952FD206EB6}" type="pres">
      <dgm:prSet presAssocID="{CF05A5E5-849A-446E-AA3F-73D27716F558}" presName="sibTrans" presStyleCnt="0"/>
      <dgm:spPr/>
    </dgm:pt>
    <dgm:pt modelId="{14F5F7C6-92C5-4FF2-AA4D-1B87AF965179}" type="pres">
      <dgm:prSet presAssocID="{E45FF210-D8BB-48C4-92D0-F42CD8B2A351}" presName="compNode" presStyleCnt="0"/>
      <dgm:spPr/>
    </dgm:pt>
    <dgm:pt modelId="{F22ED602-9D24-4BD7-A96D-570BDEF0D886}" type="pres">
      <dgm:prSet presAssocID="{E45FF210-D8BB-48C4-92D0-F42CD8B2A351}" presName="bgRect" presStyleLbl="bgShp" presStyleIdx="2" presStyleCnt="4"/>
      <dgm:spPr/>
    </dgm:pt>
    <dgm:pt modelId="{B709E67A-B06D-4681-959A-D18DDD62FA20}" type="pres">
      <dgm:prSet presAssocID="{E45FF210-D8BB-48C4-92D0-F42CD8B2A3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byrinth"/>
        </a:ext>
      </dgm:extLst>
    </dgm:pt>
    <dgm:pt modelId="{D9CD9158-A08F-47CE-87D5-2DE2E89DE103}" type="pres">
      <dgm:prSet presAssocID="{E45FF210-D8BB-48C4-92D0-F42CD8B2A351}" presName="spaceRect" presStyleCnt="0"/>
      <dgm:spPr/>
    </dgm:pt>
    <dgm:pt modelId="{F5CFA69E-8283-4540-9522-1B396E58C1AB}" type="pres">
      <dgm:prSet presAssocID="{E45FF210-D8BB-48C4-92D0-F42CD8B2A351}" presName="parTx" presStyleLbl="revTx" presStyleIdx="2" presStyleCnt="4">
        <dgm:presLayoutVars>
          <dgm:chMax val="0"/>
          <dgm:chPref val="0"/>
        </dgm:presLayoutVars>
      </dgm:prSet>
      <dgm:spPr/>
    </dgm:pt>
    <dgm:pt modelId="{B2FB25C5-434E-4599-BED4-93BF48E62F4E}" type="pres">
      <dgm:prSet presAssocID="{1A69890A-8676-4C90-AEE4-5B4EF51ADCB8}" presName="sibTrans" presStyleCnt="0"/>
      <dgm:spPr/>
    </dgm:pt>
    <dgm:pt modelId="{1E33E924-20DE-4BB6-8C40-161D7EF78EDA}" type="pres">
      <dgm:prSet presAssocID="{6E0557EA-DBDF-4816-8D1C-22E5541D9C2B}" presName="compNode" presStyleCnt="0"/>
      <dgm:spPr/>
    </dgm:pt>
    <dgm:pt modelId="{A548B4D3-9C63-43B0-B920-4280A02C50E9}" type="pres">
      <dgm:prSet presAssocID="{6E0557EA-DBDF-4816-8D1C-22E5541D9C2B}" presName="bgRect" presStyleLbl="bgShp" presStyleIdx="3" presStyleCnt="4"/>
      <dgm:spPr/>
    </dgm:pt>
    <dgm:pt modelId="{0B1B64DB-1F16-4E97-A7A5-08DE6EF7C0B5}" type="pres">
      <dgm:prSet presAssocID="{6E0557EA-DBDF-4816-8D1C-22E5541D9C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schenrechner"/>
        </a:ext>
      </dgm:extLst>
    </dgm:pt>
    <dgm:pt modelId="{39811C35-6A92-4F18-8A86-6E8A0BDE4F8E}" type="pres">
      <dgm:prSet presAssocID="{6E0557EA-DBDF-4816-8D1C-22E5541D9C2B}" presName="spaceRect" presStyleCnt="0"/>
      <dgm:spPr/>
    </dgm:pt>
    <dgm:pt modelId="{B68EBC84-33A1-4295-8C49-EC6FC0C170B5}" type="pres">
      <dgm:prSet presAssocID="{6E0557EA-DBDF-4816-8D1C-22E5541D9C2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583FE1A-75C4-42CA-9632-B53EDA4D0EDB}" type="presOf" srcId="{76483C1E-7F5F-4278-8DC4-1DD84AA99DEA}" destId="{7C0A310C-FC6E-47BF-BDB6-ADD7E2F115C8}" srcOrd="0" destOrd="0" presId="urn:microsoft.com/office/officeart/2018/2/layout/IconVerticalSolidList"/>
    <dgm:cxn modelId="{3BB12F29-51DF-4654-8C33-B9E1495E68FD}" srcId="{D9A0A6C9-A0C6-42DB-9C18-69DD6D02055D}" destId="{3018FB5E-A88D-4A0E-AF25-98604DFA7265}" srcOrd="0" destOrd="0" parTransId="{B4D86BD2-2A71-4947-BE2D-B90C407541AF}" sibTransId="{DF70185D-2A93-48DE-A84C-793FF48954AC}"/>
    <dgm:cxn modelId="{E933A05E-8D96-4806-96D6-7F67E159156B}" type="presOf" srcId="{3018FB5E-A88D-4A0E-AF25-98604DFA7265}" destId="{6EC92C62-575D-4E99-B27F-A69A538DE88A}" srcOrd="0" destOrd="0" presId="urn:microsoft.com/office/officeart/2018/2/layout/IconVerticalSolidList"/>
    <dgm:cxn modelId="{87800253-8FE9-412D-ADEE-229515695A2F}" srcId="{D9A0A6C9-A0C6-42DB-9C18-69DD6D02055D}" destId="{76483C1E-7F5F-4278-8DC4-1DD84AA99DEA}" srcOrd="1" destOrd="0" parTransId="{B5CEFD14-2A44-4AC1-A9D4-8E006230B166}" sibTransId="{CF05A5E5-849A-446E-AA3F-73D27716F558}"/>
    <dgm:cxn modelId="{23DE7B89-7A00-42FE-9F95-B6A1308AAF40}" type="presOf" srcId="{E45FF210-D8BB-48C4-92D0-F42CD8B2A351}" destId="{F5CFA69E-8283-4540-9522-1B396E58C1AB}" srcOrd="0" destOrd="0" presId="urn:microsoft.com/office/officeart/2018/2/layout/IconVerticalSolidList"/>
    <dgm:cxn modelId="{190DE389-E9A8-4DC1-B79B-DCD91F0E5614}" srcId="{D9A0A6C9-A0C6-42DB-9C18-69DD6D02055D}" destId="{6E0557EA-DBDF-4816-8D1C-22E5541D9C2B}" srcOrd="3" destOrd="0" parTransId="{74EB0CE3-B347-44E0-9101-044AC6D1207B}" sibTransId="{4B7D3A1F-F4DA-4AE4-BB48-E714EAADB828}"/>
    <dgm:cxn modelId="{D900CC8C-E1E1-4B66-BC5B-583FE910D6F8}" type="presOf" srcId="{6E0557EA-DBDF-4816-8D1C-22E5541D9C2B}" destId="{B68EBC84-33A1-4295-8C49-EC6FC0C170B5}" srcOrd="0" destOrd="0" presId="urn:microsoft.com/office/officeart/2018/2/layout/IconVerticalSolidList"/>
    <dgm:cxn modelId="{0CBBEAB0-D17F-45BD-9272-B79F85B99975}" type="presOf" srcId="{D9A0A6C9-A0C6-42DB-9C18-69DD6D02055D}" destId="{E7008716-0ECE-44E7-85EB-ACBA804A1D61}" srcOrd="0" destOrd="0" presId="urn:microsoft.com/office/officeart/2018/2/layout/IconVerticalSolidList"/>
    <dgm:cxn modelId="{E541DAE3-F237-466A-A5B6-BA22208329F9}" srcId="{D9A0A6C9-A0C6-42DB-9C18-69DD6D02055D}" destId="{E45FF210-D8BB-48C4-92D0-F42CD8B2A351}" srcOrd="2" destOrd="0" parTransId="{0DAC367F-D99A-4BC2-A8B8-0EB5DC1AD10D}" sibTransId="{1A69890A-8676-4C90-AEE4-5B4EF51ADCB8}"/>
    <dgm:cxn modelId="{963E2AE8-0225-4C67-B12D-D03BDFC19F1B}" type="presParOf" srcId="{E7008716-0ECE-44E7-85EB-ACBA804A1D61}" destId="{7CD01263-C079-451A-BB03-9CC27C289718}" srcOrd="0" destOrd="0" presId="urn:microsoft.com/office/officeart/2018/2/layout/IconVerticalSolidList"/>
    <dgm:cxn modelId="{1B20878E-3CB9-495A-AB2C-96B3D95E25D8}" type="presParOf" srcId="{7CD01263-C079-451A-BB03-9CC27C289718}" destId="{3C17A929-BC9A-495B-B430-DFBB87717D87}" srcOrd="0" destOrd="0" presId="urn:microsoft.com/office/officeart/2018/2/layout/IconVerticalSolidList"/>
    <dgm:cxn modelId="{72A3A05E-3F5F-46F6-9A7E-46B19E9DB3D3}" type="presParOf" srcId="{7CD01263-C079-451A-BB03-9CC27C289718}" destId="{2A927FB8-01A9-4D11-87AC-82A3F115ECF1}" srcOrd="1" destOrd="0" presId="urn:microsoft.com/office/officeart/2018/2/layout/IconVerticalSolidList"/>
    <dgm:cxn modelId="{853EB5F2-C097-4A2A-A68E-4BBBE6991389}" type="presParOf" srcId="{7CD01263-C079-451A-BB03-9CC27C289718}" destId="{802B860B-950D-4C93-BCCA-55BC1F1A52F2}" srcOrd="2" destOrd="0" presId="urn:microsoft.com/office/officeart/2018/2/layout/IconVerticalSolidList"/>
    <dgm:cxn modelId="{009BCCE8-646F-4446-9AB5-D650C1E2B71C}" type="presParOf" srcId="{7CD01263-C079-451A-BB03-9CC27C289718}" destId="{6EC92C62-575D-4E99-B27F-A69A538DE88A}" srcOrd="3" destOrd="0" presId="urn:microsoft.com/office/officeart/2018/2/layout/IconVerticalSolidList"/>
    <dgm:cxn modelId="{3D5517B0-75A9-4602-A0C7-AE863FFFC347}" type="presParOf" srcId="{E7008716-0ECE-44E7-85EB-ACBA804A1D61}" destId="{548D6013-A415-484C-BE4E-E186E34A6382}" srcOrd="1" destOrd="0" presId="urn:microsoft.com/office/officeart/2018/2/layout/IconVerticalSolidList"/>
    <dgm:cxn modelId="{D32FC4D2-27ED-4BB4-9211-2E6A7DEED981}" type="presParOf" srcId="{E7008716-0ECE-44E7-85EB-ACBA804A1D61}" destId="{C2F88CBA-F6BD-4CE3-9D50-5888E7EB1624}" srcOrd="2" destOrd="0" presId="urn:microsoft.com/office/officeart/2018/2/layout/IconVerticalSolidList"/>
    <dgm:cxn modelId="{A4177178-A9D1-4386-9276-EAA1EED94A1B}" type="presParOf" srcId="{C2F88CBA-F6BD-4CE3-9D50-5888E7EB1624}" destId="{AE169900-3457-43E0-AD86-4F2F829865F1}" srcOrd="0" destOrd="0" presId="urn:microsoft.com/office/officeart/2018/2/layout/IconVerticalSolidList"/>
    <dgm:cxn modelId="{A2F5A8C6-FD30-4029-864E-D257109D633F}" type="presParOf" srcId="{C2F88CBA-F6BD-4CE3-9D50-5888E7EB1624}" destId="{59E86ECA-D682-4E5E-A11C-7D0744641194}" srcOrd="1" destOrd="0" presId="urn:microsoft.com/office/officeart/2018/2/layout/IconVerticalSolidList"/>
    <dgm:cxn modelId="{28F7A4C9-4CAC-47CD-8F01-641D4725976D}" type="presParOf" srcId="{C2F88CBA-F6BD-4CE3-9D50-5888E7EB1624}" destId="{E14CA3E2-ED4A-4EDC-AFBE-2C42A78F1D14}" srcOrd="2" destOrd="0" presId="urn:microsoft.com/office/officeart/2018/2/layout/IconVerticalSolidList"/>
    <dgm:cxn modelId="{34452DAC-4F4E-4469-BB37-AAD7FE24A909}" type="presParOf" srcId="{C2F88CBA-F6BD-4CE3-9D50-5888E7EB1624}" destId="{7C0A310C-FC6E-47BF-BDB6-ADD7E2F115C8}" srcOrd="3" destOrd="0" presId="urn:microsoft.com/office/officeart/2018/2/layout/IconVerticalSolidList"/>
    <dgm:cxn modelId="{71AD5585-B879-433B-BF3B-B4BFFC70177A}" type="presParOf" srcId="{E7008716-0ECE-44E7-85EB-ACBA804A1D61}" destId="{362CF72E-CD05-49F2-A7BD-F952FD206EB6}" srcOrd="3" destOrd="0" presId="urn:microsoft.com/office/officeart/2018/2/layout/IconVerticalSolidList"/>
    <dgm:cxn modelId="{9DA456E2-49F5-41E5-A03F-04E4BAA8E557}" type="presParOf" srcId="{E7008716-0ECE-44E7-85EB-ACBA804A1D61}" destId="{14F5F7C6-92C5-4FF2-AA4D-1B87AF965179}" srcOrd="4" destOrd="0" presId="urn:microsoft.com/office/officeart/2018/2/layout/IconVerticalSolidList"/>
    <dgm:cxn modelId="{A5E4361D-9EBC-44D7-A02E-C936D1828669}" type="presParOf" srcId="{14F5F7C6-92C5-4FF2-AA4D-1B87AF965179}" destId="{F22ED602-9D24-4BD7-A96D-570BDEF0D886}" srcOrd="0" destOrd="0" presId="urn:microsoft.com/office/officeart/2018/2/layout/IconVerticalSolidList"/>
    <dgm:cxn modelId="{471E40FA-7F5C-4199-8E3C-B3C2F032CD8E}" type="presParOf" srcId="{14F5F7C6-92C5-4FF2-AA4D-1B87AF965179}" destId="{B709E67A-B06D-4681-959A-D18DDD62FA20}" srcOrd="1" destOrd="0" presId="urn:microsoft.com/office/officeart/2018/2/layout/IconVerticalSolidList"/>
    <dgm:cxn modelId="{D328D0FA-EE9F-46A4-9611-94C27404A284}" type="presParOf" srcId="{14F5F7C6-92C5-4FF2-AA4D-1B87AF965179}" destId="{D9CD9158-A08F-47CE-87D5-2DE2E89DE103}" srcOrd="2" destOrd="0" presId="urn:microsoft.com/office/officeart/2018/2/layout/IconVerticalSolidList"/>
    <dgm:cxn modelId="{65604431-4C06-4664-A569-9E07BEE8FA2B}" type="presParOf" srcId="{14F5F7C6-92C5-4FF2-AA4D-1B87AF965179}" destId="{F5CFA69E-8283-4540-9522-1B396E58C1AB}" srcOrd="3" destOrd="0" presId="urn:microsoft.com/office/officeart/2018/2/layout/IconVerticalSolidList"/>
    <dgm:cxn modelId="{AA6CC68C-13AD-4A13-8F00-4266ED2EC282}" type="presParOf" srcId="{E7008716-0ECE-44E7-85EB-ACBA804A1D61}" destId="{B2FB25C5-434E-4599-BED4-93BF48E62F4E}" srcOrd="5" destOrd="0" presId="urn:microsoft.com/office/officeart/2018/2/layout/IconVerticalSolidList"/>
    <dgm:cxn modelId="{74E2066D-2AC5-4730-B85F-7DCC552DAC2E}" type="presParOf" srcId="{E7008716-0ECE-44E7-85EB-ACBA804A1D61}" destId="{1E33E924-20DE-4BB6-8C40-161D7EF78EDA}" srcOrd="6" destOrd="0" presId="urn:microsoft.com/office/officeart/2018/2/layout/IconVerticalSolidList"/>
    <dgm:cxn modelId="{18415369-157F-4E26-A865-BD69D2E0BAE1}" type="presParOf" srcId="{1E33E924-20DE-4BB6-8C40-161D7EF78EDA}" destId="{A548B4D3-9C63-43B0-B920-4280A02C50E9}" srcOrd="0" destOrd="0" presId="urn:microsoft.com/office/officeart/2018/2/layout/IconVerticalSolidList"/>
    <dgm:cxn modelId="{15CDFF98-4044-46BD-B1CE-6A817CF0CA5A}" type="presParOf" srcId="{1E33E924-20DE-4BB6-8C40-161D7EF78EDA}" destId="{0B1B64DB-1F16-4E97-A7A5-08DE6EF7C0B5}" srcOrd="1" destOrd="0" presId="urn:microsoft.com/office/officeart/2018/2/layout/IconVerticalSolidList"/>
    <dgm:cxn modelId="{4B23B940-F306-4D63-8A89-F01CE58D76E2}" type="presParOf" srcId="{1E33E924-20DE-4BB6-8C40-161D7EF78EDA}" destId="{39811C35-6A92-4F18-8A86-6E8A0BDE4F8E}" srcOrd="2" destOrd="0" presId="urn:microsoft.com/office/officeart/2018/2/layout/IconVerticalSolidList"/>
    <dgm:cxn modelId="{99EDE3D1-C0A6-4471-822C-5B3CFBDFFBAA}" type="presParOf" srcId="{1E33E924-20DE-4BB6-8C40-161D7EF78EDA}" destId="{B68EBC84-33A1-4295-8C49-EC6FC0C170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4603D50-3470-483A-9A32-D60B6A3964F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C2018B-3A17-4768-B03C-38276DD0799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Modell trennt Kunden klar nach Risiko</a:t>
          </a:r>
          <a:endParaRPr lang="en-US"/>
        </a:p>
      </dgm:t>
    </dgm:pt>
    <dgm:pt modelId="{D69EB5C4-3AC1-4F87-87D5-327EC353D037}" type="parTrans" cxnId="{E23D843E-C3CA-4470-B397-75245006EFD5}">
      <dgm:prSet/>
      <dgm:spPr/>
      <dgm:t>
        <a:bodyPr/>
        <a:lstStyle/>
        <a:p>
          <a:endParaRPr lang="en-US"/>
        </a:p>
      </dgm:t>
    </dgm:pt>
    <dgm:pt modelId="{B8352179-887A-472E-93BD-C65F6C3E1CF4}" type="sibTrans" cxnId="{E23D843E-C3CA-4470-B397-75245006EFD5}">
      <dgm:prSet/>
      <dgm:spPr/>
      <dgm:t>
        <a:bodyPr/>
        <a:lstStyle/>
        <a:p>
          <a:endParaRPr lang="en-US"/>
        </a:p>
      </dgm:t>
    </dgm:pt>
    <dgm:pt modelId="{FF0F6233-2828-4A1B-B5DB-9B770A60E654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Ausfallquoten und Zinsen steigen mit Score</a:t>
          </a:r>
          <a:endParaRPr lang="en-US"/>
        </a:p>
      </dgm:t>
    </dgm:pt>
    <dgm:pt modelId="{ACE53F06-006A-4AB8-8349-A74DE23510AD}" type="parTrans" cxnId="{AE91B7DF-026C-4990-BCCC-CE905C60D3FE}">
      <dgm:prSet/>
      <dgm:spPr/>
      <dgm:t>
        <a:bodyPr/>
        <a:lstStyle/>
        <a:p>
          <a:endParaRPr lang="en-US"/>
        </a:p>
      </dgm:t>
    </dgm:pt>
    <dgm:pt modelId="{FB9DA48D-5293-4C5A-A40D-F860AD6358E2}" type="sibTrans" cxnId="{AE91B7DF-026C-4990-BCCC-CE905C60D3FE}">
      <dgm:prSet/>
      <dgm:spPr/>
      <dgm:t>
        <a:bodyPr/>
        <a:lstStyle/>
        <a:p>
          <a:endParaRPr lang="en-US"/>
        </a:p>
      </dgm:t>
    </dgm:pt>
    <dgm:pt modelId="{9A831FB2-8F07-4C7C-9311-6F635BA4D74A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Hohe Praxistauglichkeit (Workload-Planner, Red-Flags)</a:t>
          </a:r>
          <a:endParaRPr lang="en-US"/>
        </a:p>
      </dgm:t>
    </dgm:pt>
    <dgm:pt modelId="{A13469F8-03B7-4598-A4E8-DB53DAA5DABA}" type="parTrans" cxnId="{A3B53F0F-292B-4AD3-9216-0856590A7970}">
      <dgm:prSet/>
      <dgm:spPr/>
      <dgm:t>
        <a:bodyPr/>
        <a:lstStyle/>
        <a:p>
          <a:endParaRPr lang="en-US"/>
        </a:p>
      </dgm:t>
    </dgm:pt>
    <dgm:pt modelId="{7D87D2E9-86A5-4DAF-A6B9-6EB11F18239B}" type="sibTrans" cxnId="{A3B53F0F-292B-4AD3-9216-0856590A7970}">
      <dgm:prSet/>
      <dgm:spPr/>
      <dgm:t>
        <a:bodyPr/>
        <a:lstStyle/>
        <a:p>
          <a:endParaRPr lang="en-US"/>
        </a:p>
      </dgm:t>
    </dgm:pt>
    <dgm:pt modelId="{52E4600E-BA3E-48E9-A352-0E048056F620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Potenzial: Preisgestaltung und Prozesse konsequenter am Risiko ausrichten</a:t>
          </a:r>
          <a:endParaRPr lang="en-US"/>
        </a:p>
      </dgm:t>
    </dgm:pt>
    <dgm:pt modelId="{0557016D-DE08-4727-B36E-F5746AB68796}" type="parTrans" cxnId="{B2C2AD67-E2C6-4332-973C-D684974D6C2A}">
      <dgm:prSet/>
      <dgm:spPr/>
      <dgm:t>
        <a:bodyPr/>
        <a:lstStyle/>
        <a:p>
          <a:endParaRPr lang="en-US"/>
        </a:p>
      </dgm:t>
    </dgm:pt>
    <dgm:pt modelId="{7588E953-2C0C-4E7C-B865-7AC74C338EAA}" type="sibTrans" cxnId="{B2C2AD67-E2C6-4332-973C-D684974D6C2A}">
      <dgm:prSet/>
      <dgm:spPr/>
      <dgm:t>
        <a:bodyPr/>
        <a:lstStyle/>
        <a:p>
          <a:endParaRPr lang="en-US"/>
        </a:p>
      </dgm:t>
    </dgm:pt>
    <dgm:pt modelId="{8A804FEB-CE17-4B58-B097-61481CA4E413}" type="pres">
      <dgm:prSet presAssocID="{74603D50-3470-483A-9A32-D60B6A3964F8}" presName="root" presStyleCnt="0">
        <dgm:presLayoutVars>
          <dgm:dir/>
          <dgm:resizeHandles val="exact"/>
        </dgm:presLayoutVars>
      </dgm:prSet>
      <dgm:spPr/>
    </dgm:pt>
    <dgm:pt modelId="{E845278A-A9D7-423C-AE2A-B1CBDE9CC1BB}" type="pres">
      <dgm:prSet presAssocID="{25C2018B-3A17-4768-B03C-38276DD07991}" presName="compNode" presStyleCnt="0"/>
      <dgm:spPr/>
    </dgm:pt>
    <dgm:pt modelId="{A7694A6E-9AE5-42FB-8E8E-A307A24D9BBB}" type="pres">
      <dgm:prSet presAssocID="{25C2018B-3A17-4768-B03C-38276DD07991}" presName="bgRect" presStyleLbl="bgShp" presStyleIdx="0" presStyleCnt="4"/>
      <dgm:spPr/>
    </dgm:pt>
    <dgm:pt modelId="{BE181102-0F15-4D70-9363-FCD8276D7365}" type="pres">
      <dgm:prSet presAssocID="{25C2018B-3A17-4768-B03C-38276DD079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ung"/>
        </a:ext>
      </dgm:extLst>
    </dgm:pt>
    <dgm:pt modelId="{1D43978F-0C80-4631-B0A3-51B5393287AB}" type="pres">
      <dgm:prSet presAssocID="{25C2018B-3A17-4768-B03C-38276DD07991}" presName="spaceRect" presStyleCnt="0"/>
      <dgm:spPr/>
    </dgm:pt>
    <dgm:pt modelId="{0411E09D-ACFA-461E-AB60-5955497DF7AE}" type="pres">
      <dgm:prSet presAssocID="{25C2018B-3A17-4768-B03C-38276DD07991}" presName="parTx" presStyleLbl="revTx" presStyleIdx="0" presStyleCnt="4">
        <dgm:presLayoutVars>
          <dgm:chMax val="0"/>
          <dgm:chPref val="0"/>
        </dgm:presLayoutVars>
      </dgm:prSet>
      <dgm:spPr/>
    </dgm:pt>
    <dgm:pt modelId="{D7A9E637-F876-4806-A24C-7D5A910C9DC0}" type="pres">
      <dgm:prSet presAssocID="{B8352179-887A-472E-93BD-C65F6C3E1CF4}" presName="sibTrans" presStyleCnt="0"/>
      <dgm:spPr/>
    </dgm:pt>
    <dgm:pt modelId="{D2EFFD54-687F-4E8B-A532-801A232A11A1}" type="pres">
      <dgm:prSet presAssocID="{FF0F6233-2828-4A1B-B5DB-9B770A60E654}" presName="compNode" presStyleCnt="0"/>
      <dgm:spPr/>
    </dgm:pt>
    <dgm:pt modelId="{9D75B5B1-8813-4CCD-B735-AF7BA030B4F4}" type="pres">
      <dgm:prSet presAssocID="{FF0F6233-2828-4A1B-B5DB-9B770A60E654}" presName="bgRect" presStyleLbl="bgShp" presStyleIdx="1" presStyleCnt="4"/>
      <dgm:spPr/>
    </dgm:pt>
    <dgm:pt modelId="{2E479A9F-86B3-4983-A575-290754F7DC79}" type="pres">
      <dgm:prSet presAssocID="{FF0F6233-2828-4A1B-B5DB-9B770A60E6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3231CA9A-E41C-4A53-B924-D696D2ECCD13}" type="pres">
      <dgm:prSet presAssocID="{FF0F6233-2828-4A1B-B5DB-9B770A60E654}" presName="spaceRect" presStyleCnt="0"/>
      <dgm:spPr/>
    </dgm:pt>
    <dgm:pt modelId="{E2F69C30-D8C7-4916-B1B0-948C20C8AF54}" type="pres">
      <dgm:prSet presAssocID="{FF0F6233-2828-4A1B-B5DB-9B770A60E654}" presName="parTx" presStyleLbl="revTx" presStyleIdx="1" presStyleCnt="4">
        <dgm:presLayoutVars>
          <dgm:chMax val="0"/>
          <dgm:chPref val="0"/>
        </dgm:presLayoutVars>
      </dgm:prSet>
      <dgm:spPr/>
    </dgm:pt>
    <dgm:pt modelId="{062E5B17-0E40-4C05-9B6E-8AD8DF1C794B}" type="pres">
      <dgm:prSet presAssocID="{FB9DA48D-5293-4C5A-A40D-F860AD6358E2}" presName="sibTrans" presStyleCnt="0"/>
      <dgm:spPr/>
    </dgm:pt>
    <dgm:pt modelId="{475351F3-5AE6-415D-BFCD-6F942B6BB8A8}" type="pres">
      <dgm:prSet presAssocID="{9A831FB2-8F07-4C7C-9311-6F635BA4D74A}" presName="compNode" presStyleCnt="0"/>
      <dgm:spPr/>
    </dgm:pt>
    <dgm:pt modelId="{36BE64B2-E449-4875-8690-B7B26F7414A7}" type="pres">
      <dgm:prSet presAssocID="{9A831FB2-8F07-4C7C-9311-6F635BA4D74A}" presName="bgRect" presStyleLbl="bgShp" presStyleIdx="2" presStyleCnt="4"/>
      <dgm:spPr/>
    </dgm:pt>
    <dgm:pt modelId="{83845525-2D3F-4BE4-909D-EFE3001891C3}" type="pres">
      <dgm:prSet presAssocID="{9A831FB2-8F07-4C7C-9311-6F635BA4D7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nnzeichen"/>
        </a:ext>
      </dgm:extLst>
    </dgm:pt>
    <dgm:pt modelId="{C50C534E-D241-46C6-8B8C-6E0A2020FF41}" type="pres">
      <dgm:prSet presAssocID="{9A831FB2-8F07-4C7C-9311-6F635BA4D74A}" presName="spaceRect" presStyleCnt="0"/>
      <dgm:spPr/>
    </dgm:pt>
    <dgm:pt modelId="{1458BDCC-07C6-477C-9338-CB88A83DC4DA}" type="pres">
      <dgm:prSet presAssocID="{9A831FB2-8F07-4C7C-9311-6F635BA4D74A}" presName="parTx" presStyleLbl="revTx" presStyleIdx="2" presStyleCnt="4">
        <dgm:presLayoutVars>
          <dgm:chMax val="0"/>
          <dgm:chPref val="0"/>
        </dgm:presLayoutVars>
      </dgm:prSet>
      <dgm:spPr/>
    </dgm:pt>
    <dgm:pt modelId="{6C742124-C2FF-4552-ABFA-9AEF1F4BDE49}" type="pres">
      <dgm:prSet presAssocID="{7D87D2E9-86A5-4DAF-A6B9-6EB11F18239B}" presName="sibTrans" presStyleCnt="0"/>
      <dgm:spPr/>
    </dgm:pt>
    <dgm:pt modelId="{784E247E-E989-4BA2-8D1B-B3949ED5C50F}" type="pres">
      <dgm:prSet presAssocID="{52E4600E-BA3E-48E9-A352-0E048056F620}" presName="compNode" presStyleCnt="0"/>
      <dgm:spPr/>
    </dgm:pt>
    <dgm:pt modelId="{A265AB01-588A-44D3-ACD4-1188EA0F03B0}" type="pres">
      <dgm:prSet presAssocID="{52E4600E-BA3E-48E9-A352-0E048056F620}" presName="bgRect" presStyleLbl="bgShp" presStyleIdx="3" presStyleCnt="4"/>
      <dgm:spPr/>
    </dgm:pt>
    <dgm:pt modelId="{77B0D828-9AA8-4506-B6D8-482897DE2879}" type="pres">
      <dgm:prSet presAssocID="{52E4600E-BA3E-48E9-A352-0E048056F62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ld"/>
        </a:ext>
      </dgm:extLst>
    </dgm:pt>
    <dgm:pt modelId="{E2472B5D-2F3A-4F40-9313-C485E041BD61}" type="pres">
      <dgm:prSet presAssocID="{52E4600E-BA3E-48E9-A352-0E048056F620}" presName="spaceRect" presStyleCnt="0"/>
      <dgm:spPr/>
    </dgm:pt>
    <dgm:pt modelId="{37FE28E9-42C9-477F-9929-5111C67D9DAB}" type="pres">
      <dgm:prSet presAssocID="{52E4600E-BA3E-48E9-A352-0E048056F62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692D405-91DE-4F02-9E64-B40B097BA197}" type="presOf" srcId="{FF0F6233-2828-4A1B-B5DB-9B770A60E654}" destId="{E2F69C30-D8C7-4916-B1B0-948C20C8AF54}" srcOrd="0" destOrd="0" presId="urn:microsoft.com/office/officeart/2018/2/layout/IconVerticalSolidList"/>
    <dgm:cxn modelId="{A3B53F0F-292B-4AD3-9216-0856590A7970}" srcId="{74603D50-3470-483A-9A32-D60B6A3964F8}" destId="{9A831FB2-8F07-4C7C-9311-6F635BA4D74A}" srcOrd="2" destOrd="0" parTransId="{A13469F8-03B7-4598-A4E8-DB53DAA5DABA}" sibTransId="{7D87D2E9-86A5-4DAF-A6B9-6EB11F18239B}"/>
    <dgm:cxn modelId="{81EA2A17-4018-4393-B5E9-959CC421EA5E}" type="presOf" srcId="{9A831FB2-8F07-4C7C-9311-6F635BA4D74A}" destId="{1458BDCC-07C6-477C-9338-CB88A83DC4DA}" srcOrd="0" destOrd="0" presId="urn:microsoft.com/office/officeart/2018/2/layout/IconVerticalSolidList"/>
    <dgm:cxn modelId="{E23D843E-C3CA-4470-B397-75245006EFD5}" srcId="{74603D50-3470-483A-9A32-D60B6A3964F8}" destId="{25C2018B-3A17-4768-B03C-38276DD07991}" srcOrd="0" destOrd="0" parTransId="{D69EB5C4-3AC1-4F87-87D5-327EC353D037}" sibTransId="{B8352179-887A-472E-93BD-C65F6C3E1CF4}"/>
    <dgm:cxn modelId="{B2C2AD67-E2C6-4332-973C-D684974D6C2A}" srcId="{74603D50-3470-483A-9A32-D60B6A3964F8}" destId="{52E4600E-BA3E-48E9-A352-0E048056F620}" srcOrd="3" destOrd="0" parTransId="{0557016D-DE08-4727-B36E-F5746AB68796}" sibTransId="{7588E953-2C0C-4E7C-B865-7AC74C338EAA}"/>
    <dgm:cxn modelId="{DC5592A1-F876-4274-8051-562722035DB8}" type="presOf" srcId="{74603D50-3470-483A-9A32-D60B6A3964F8}" destId="{8A804FEB-CE17-4B58-B097-61481CA4E413}" srcOrd="0" destOrd="0" presId="urn:microsoft.com/office/officeart/2018/2/layout/IconVerticalSolidList"/>
    <dgm:cxn modelId="{AE91B7DF-026C-4990-BCCC-CE905C60D3FE}" srcId="{74603D50-3470-483A-9A32-D60B6A3964F8}" destId="{FF0F6233-2828-4A1B-B5DB-9B770A60E654}" srcOrd="1" destOrd="0" parTransId="{ACE53F06-006A-4AB8-8349-A74DE23510AD}" sibTransId="{FB9DA48D-5293-4C5A-A40D-F860AD6358E2}"/>
    <dgm:cxn modelId="{2886B2E7-8312-4A44-BDD3-7019A43A817C}" type="presOf" srcId="{25C2018B-3A17-4768-B03C-38276DD07991}" destId="{0411E09D-ACFA-461E-AB60-5955497DF7AE}" srcOrd="0" destOrd="0" presId="urn:microsoft.com/office/officeart/2018/2/layout/IconVerticalSolidList"/>
    <dgm:cxn modelId="{F83BD4E7-3355-4FB5-B319-A04090114CCB}" type="presOf" srcId="{52E4600E-BA3E-48E9-A352-0E048056F620}" destId="{37FE28E9-42C9-477F-9929-5111C67D9DAB}" srcOrd="0" destOrd="0" presId="urn:microsoft.com/office/officeart/2018/2/layout/IconVerticalSolidList"/>
    <dgm:cxn modelId="{19BDC01B-7BAB-4472-BCDF-498AD8DA2262}" type="presParOf" srcId="{8A804FEB-CE17-4B58-B097-61481CA4E413}" destId="{E845278A-A9D7-423C-AE2A-B1CBDE9CC1BB}" srcOrd="0" destOrd="0" presId="urn:microsoft.com/office/officeart/2018/2/layout/IconVerticalSolidList"/>
    <dgm:cxn modelId="{1E8ABAAB-14F9-435C-9537-67EB7CC05DCA}" type="presParOf" srcId="{E845278A-A9D7-423C-AE2A-B1CBDE9CC1BB}" destId="{A7694A6E-9AE5-42FB-8E8E-A307A24D9BBB}" srcOrd="0" destOrd="0" presId="urn:microsoft.com/office/officeart/2018/2/layout/IconVerticalSolidList"/>
    <dgm:cxn modelId="{2BC8BD76-F8DA-4FBA-9174-F1AEEEE61324}" type="presParOf" srcId="{E845278A-A9D7-423C-AE2A-B1CBDE9CC1BB}" destId="{BE181102-0F15-4D70-9363-FCD8276D7365}" srcOrd="1" destOrd="0" presId="urn:microsoft.com/office/officeart/2018/2/layout/IconVerticalSolidList"/>
    <dgm:cxn modelId="{E1716E72-FB30-4CF8-A4CF-031702AC79FA}" type="presParOf" srcId="{E845278A-A9D7-423C-AE2A-B1CBDE9CC1BB}" destId="{1D43978F-0C80-4631-B0A3-51B5393287AB}" srcOrd="2" destOrd="0" presId="urn:microsoft.com/office/officeart/2018/2/layout/IconVerticalSolidList"/>
    <dgm:cxn modelId="{C3A29430-3103-4586-877E-F32BC7E616E4}" type="presParOf" srcId="{E845278A-A9D7-423C-AE2A-B1CBDE9CC1BB}" destId="{0411E09D-ACFA-461E-AB60-5955497DF7AE}" srcOrd="3" destOrd="0" presId="urn:microsoft.com/office/officeart/2018/2/layout/IconVerticalSolidList"/>
    <dgm:cxn modelId="{30701888-5775-4CA0-95F4-B6543EF6B6D3}" type="presParOf" srcId="{8A804FEB-CE17-4B58-B097-61481CA4E413}" destId="{D7A9E637-F876-4806-A24C-7D5A910C9DC0}" srcOrd="1" destOrd="0" presId="urn:microsoft.com/office/officeart/2018/2/layout/IconVerticalSolidList"/>
    <dgm:cxn modelId="{57C2FCFC-D626-4B1B-B588-D53EF0778456}" type="presParOf" srcId="{8A804FEB-CE17-4B58-B097-61481CA4E413}" destId="{D2EFFD54-687F-4E8B-A532-801A232A11A1}" srcOrd="2" destOrd="0" presId="urn:microsoft.com/office/officeart/2018/2/layout/IconVerticalSolidList"/>
    <dgm:cxn modelId="{84DA13AF-0447-4E58-9261-33D9D9FA0CD8}" type="presParOf" srcId="{D2EFFD54-687F-4E8B-A532-801A232A11A1}" destId="{9D75B5B1-8813-4CCD-B735-AF7BA030B4F4}" srcOrd="0" destOrd="0" presId="urn:microsoft.com/office/officeart/2018/2/layout/IconVerticalSolidList"/>
    <dgm:cxn modelId="{FFF774C0-7C0C-4708-A2CF-8978E997A0D7}" type="presParOf" srcId="{D2EFFD54-687F-4E8B-A532-801A232A11A1}" destId="{2E479A9F-86B3-4983-A575-290754F7DC79}" srcOrd="1" destOrd="0" presId="urn:microsoft.com/office/officeart/2018/2/layout/IconVerticalSolidList"/>
    <dgm:cxn modelId="{FDB93B73-99C2-4FCC-BAEB-4D3B84DF9BF1}" type="presParOf" srcId="{D2EFFD54-687F-4E8B-A532-801A232A11A1}" destId="{3231CA9A-E41C-4A53-B924-D696D2ECCD13}" srcOrd="2" destOrd="0" presId="urn:microsoft.com/office/officeart/2018/2/layout/IconVerticalSolidList"/>
    <dgm:cxn modelId="{E66DDFFB-AD0B-4E09-A58C-5DAEACE483B6}" type="presParOf" srcId="{D2EFFD54-687F-4E8B-A532-801A232A11A1}" destId="{E2F69C30-D8C7-4916-B1B0-948C20C8AF54}" srcOrd="3" destOrd="0" presId="urn:microsoft.com/office/officeart/2018/2/layout/IconVerticalSolidList"/>
    <dgm:cxn modelId="{B441809D-396A-492E-B7FD-D3427D6423B1}" type="presParOf" srcId="{8A804FEB-CE17-4B58-B097-61481CA4E413}" destId="{062E5B17-0E40-4C05-9B6E-8AD8DF1C794B}" srcOrd="3" destOrd="0" presId="urn:microsoft.com/office/officeart/2018/2/layout/IconVerticalSolidList"/>
    <dgm:cxn modelId="{A85BCCC3-DC24-4F4A-A8D2-A37FD7D4D50D}" type="presParOf" srcId="{8A804FEB-CE17-4B58-B097-61481CA4E413}" destId="{475351F3-5AE6-415D-BFCD-6F942B6BB8A8}" srcOrd="4" destOrd="0" presId="urn:microsoft.com/office/officeart/2018/2/layout/IconVerticalSolidList"/>
    <dgm:cxn modelId="{5BEE76AA-085B-4CC6-8AA2-124A75562562}" type="presParOf" srcId="{475351F3-5AE6-415D-BFCD-6F942B6BB8A8}" destId="{36BE64B2-E449-4875-8690-B7B26F7414A7}" srcOrd="0" destOrd="0" presId="urn:microsoft.com/office/officeart/2018/2/layout/IconVerticalSolidList"/>
    <dgm:cxn modelId="{7914CAA9-7E50-4AC1-AA0B-D975153599E7}" type="presParOf" srcId="{475351F3-5AE6-415D-BFCD-6F942B6BB8A8}" destId="{83845525-2D3F-4BE4-909D-EFE3001891C3}" srcOrd="1" destOrd="0" presId="urn:microsoft.com/office/officeart/2018/2/layout/IconVerticalSolidList"/>
    <dgm:cxn modelId="{F316C5ED-0669-4EF7-8231-EB153F7325D7}" type="presParOf" srcId="{475351F3-5AE6-415D-BFCD-6F942B6BB8A8}" destId="{C50C534E-D241-46C6-8B8C-6E0A2020FF41}" srcOrd="2" destOrd="0" presId="urn:microsoft.com/office/officeart/2018/2/layout/IconVerticalSolidList"/>
    <dgm:cxn modelId="{C84D2620-CC4A-4B60-A7ED-CE69A3744411}" type="presParOf" srcId="{475351F3-5AE6-415D-BFCD-6F942B6BB8A8}" destId="{1458BDCC-07C6-477C-9338-CB88A83DC4DA}" srcOrd="3" destOrd="0" presId="urn:microsoft.com/office/officeart/2018/2/layout/IconVerticalSolidList"/>
    <dgm:cxn modelId="{CFFB152D-B820-45DB-888E-C969A50EA62D}" type="presParOf" srcId="{8A804FEB-CE17-4B58-B097-61481CA4E413}" destId="{6C742124-C2FF-4552-ABFA-9AEF1F4BDE49}" srcOrd="5" destOrd="0" presId="urn:microsoft.com/office/officeart/2018/2/layout/IconVerticalSolidList"/>
    <dgm:cxn modelId="{AD29295F-87A7-40D7-BA6D-CB29FBABC025}" type="presParOf" srcId="{8A804FEB-CE17-4B58-B097-61481CA4E413}" destId="{784E247E-E989-4BA2-8D1B-B3949ED5C50F}" srcOrd="6" destOrd="0" presId="urn:microsoft.com/office/officeart/2018/2/layout/IconVerticalSolidList"/>
    <dgm:cxn modelId="{5C4A91FA-C5E9-487A-93B9-C5C65FB082A9}" type="presParOf" srcId="{784E247E-E989-4BA2-8D1B-B3949ED5C50F}" destId="{A265AB01-588A-44D3-ACD4-1188EA0F03B0}" srcOrd="0" destOrd="0" presId="urn:microsoft.com/office/officeart/2018/2/layout/IconVerticalSolidList"/>
    <dgm:cxn modelId="{7052683D-8C27-4284-B401-316A76CAF9AE}" type="presParOf" srcId="{784E247E-E989-4BA2-8D1B-B3949ED5C50F}" destId="{77B0D828-9AA8-4506-B6D8-482897DE2879}" srcOrd="1" destOrd="0" presId="urn:microsoft.com/office/officeart/2018/2/layout/IconVerticalSolidList"/>
    <dgm:cxn modelId="{20F29D51-D9BE-4571-AB0F-A334B33ABEAA}" type="presParOf" srcId="{784E247E-E989-4BA2-8D1B-B3949ED5C50F}" destId="{E2472B5D-2F3A-4F40-9313-C485E041BD61}" srcOrd="2" destOrd="0" presId="urn:microsoft.com/office/officeart/2018/2/layout/IconVerticalSolidList"/>
    <dgm:cxn modelId="{79F30B17-BC0D-4C39-92B8-4D38139DE111}" type="presParOf" srcId="{784E247E-E989-4BA2-8D1B-B3949ED5C50F}" destId="{37FE28E9-42C9-477F-9929-5111C67D9D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88DC31-0348-4EF5-AF85-80D881440FD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0D6BEF-D5CE-4A45-818F-F56932E6B61C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Risikoklassen aktiv im Kreditprozess nutzen</a:t>
          </a:r>
          <a:endParaRPr lang="en-US"/>
        </a:p>
      </dgm:t>
    </dgm:pt>
    <dgm:pt modelId="{214D6AB6-9760-4CE7-BB6F-1F8CCC6AF4D2}" type="parTrans" cxnId="{7D8E5F1E-1ED3-4FA6-91FC-954EB02B3C22}">
      <dgm:prSet/>
      <dgm:spPr/>
      <dgm:t>
        <a:bodyPr/>
        <a:lstStyle/>
        <a:p>
          <a:endParaRPr lang="en-US"/>
        </a:p>
      </dgm:t>
    </dgm:pt>
    <dgm:pt modelId="{2EF570FC-0907-46F8-89C6-8C36C41661DE}" type="sibTrans" cxnId="{7D8E5F1E-1ED3-4FA6-91FC-954EB02B3C22}">
      <dgm:prSet/>
      <dgm:spPr/>
      <dgm:t>
        <a:bodyPr/>
        <a:lstStyle/>
        <a:p>
          <a:endParaRPr lang="en-US"/>
        </a:p>
      </dgm:t>
    </dgm:pt>
    <dgm:pt modelId="{E31606DC-B0F4-4A9C-8B03-587CB55DE6B8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Preisgestaltung konsequent am Risiko ausrichten</a:t>
          </a:r>
          <a:endParaRPr lang="en-US"/>
        </a:p>
      </dgm:t>
    </dgm:pt>
    <dgm:pt modelId="{5E73A1B6-AF1D-407B-9BB0-2AC73CA7BE12}" type="parTrans" cxnId="{0F31FCEE-E027-49F2-A9F6-C5FE5C6C3A62}">
      <dgm:prSet/>
      <dgm:spPr/>
      <dgm:t>
        <a:bodyPr/>
        <a:lstStyle/>
        <a:p>
          <a:endParaRPr lang="en-US"/>
        </a:p>
      </dgm:t>
    </dgm:pt>
    <dgm:pt modelId="{15180D53-32CD-4440-A89A-F519D89D7AEB}" type="sibTrans" cxnId="{0F31FCEE-E027-49F2-A9F6-C5FE5C6C3A62}">
      <dgm:prSet/>
      <dgm:spPr/>
      <dgm:t>
        <a:bodyPr/>
        <a:lstStyle/>
        <a:p>
          <a:endParaRPr lang="en-US"/>
        </a:p>
      </dgm:t>
    </dgm:pt>
    <dgm:pt modelId="{ED7079C6-5FB6-44EA-A0B3-B7522619D67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Prüfressourcen mit Workload-Planner steuern</a:t>
          </a:r>
          <a:endParaRPr lang="en-US"/>
        </a:p>
      </dgm:t>
    </dgm:pt>
    <dgm:pt modelId="{9F420B1B-BFC4-4A21-9A54-42F1EA475789}" type="parTrans" cxnId="{7E2AA7AF-3033-41EB-801D-241C6D7292A2}">
      <dgm:prSet/>
      <dgm:spPr/>
      <dgm:t>
        <a:bodyPr/>
        <a:lstStyle/>
        <a:p>
          <a:endParaRPr lang="en-US"/>
        </a:p>
      </dgm:t>
    </dgm:pt>
    <dgm:pt modelId="{DCB618FD-6AF5-49E0-95D5-B54587050BEF}" type="sibTrans" cxnId="{7E2AA7AF-3033-41EB-801D-241C6D7292A2}">
      <dgm:prSet/>
      <dgm:spPr/>
      <dgm:t>
        <a:bodyPr/>
        <a:lstStyle/>
        <a:p>
          <a:endParaRPr lang="en-US"/>
        </a:p>
      </dgm:t>
    </dgm:pt>
    <dgm:pt modelId="{CD18A944-8CFD-451E-AC53-DB9ADC5BD62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Red-Flag-Fälle besonders prüfen</a:t>
          </a:r>
          <a:endParaRPr lang="en-US"/>
        </a:p>
      </dgm:t>
    </dgm:pt>
    <dgm:pt modelId="{E1307FB6-AB82-47F9-BA41-E940E4616EA2}" type="parTrans" cxnId="{CA7B75F0-43DD-42D2-B27A-F89C3320B9BF}">
      <dgm:prSet/>
      <dgm:spPr/>
      <dgm:t>
        <a:bodyPr/>
        <a:lstStyle/>
        <a:p>
          <a:endParaRPr lang="en-US"/>
        </a:p>
      </dgm:t>
    </dgm:pt>
    <dgm:pt modelId="{32644D57-DACD-4071-9AFB-15617435C322}" type="sibTrans" cxnId="{CA7B75F0-43DD-42D2-B27A-F89C3320B9BF}">
      <dgm:prSet/>
      <dgm:spPr/>
      <dgm:t>
        <a:bodyPr/>
        <a:lstStyle/>
        <a:p>
          <a:endParaRPr lang="en-US"/>
        </a:p>
      </dgm:t>
    </dgm:pt>
    <dgm:pt modelId="{6514B67C-2148-494B-B2B0-02E5B7F41D4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Modell regelmäßig validieren und weiterentwickeln</a:t>
          </a:r>
          <a:endParaRPr lang="en-US"/>
        </a:p>
      </dgm:t>
    </dgm:pt>
    <dgm:pt modelId="{32AA1D23-BE22-4720-AE8B-050B9812CA55}" type="parTrans" cxnId="{4E6237F4-130D-4207-AA87-64C9EAD64165}">
      <dgm:prSet/>
      <dgm:spPr/>
      <dgm:t>
        <a:bodyPr/>
        <a:lstStyle/>
        <a:p>
          <a:endParaRPr lang="en-US"/>
        </a:p>
      </dgm:t>
    </dgm:pt>
    <dgm:pt modelId="{B8B0AA88-206A-4EB9-AA56-FECE11664C5F}" type="sibTrans" cxnId="{4E6237F4-130D-4207-AA87-64C9EAD64165}">
      <dgm:prSet/>
      <dgm:spPr/>
      <dgm:t>
        <a:bodyPr/>
        <a:lstStyle/>
        <a:p>
          <a:endParaRPr lang="en-US"/>
        </a:p>
      </dgm:t>
    </dgm:pt>
    <dgm:pt modelId="{89C53567-EA5C-48B6-8ABB-13589E7DD39F}" type="pres">
      <dgm:prSet presAssocID="{AE88DC31-0348-4EF5-AF85-80D881440FD6}" presName="root" presStyleCnt="0">
        <dgm:presLayoutVars>
          <dgm:dir/>
          <dgm:resizeHandles val="exact"/>
        </dgm:presLayoutVars>
      </dgm:prSet>
      <dgm:spPr/>
    </dgm:pt>
    <dgm:pt modelId="{06D1E68C-EEBB-4D9C-8F12-6D4C62FB05E0}" type="pres">
      <dgm:prSet presAssocID="{2E0D6BEF-D5CE-4A45-818F-F56932E6B61C}" presName="compNode" presStyleCnt="0"/>
      <dgm:spPr/>
    </dgm:pt>
    <dgm:pt modelId="{878C7CBA-A599-451A-A211-4097EE2F6091}" type="pres">
      <dgm:prSet presAssocID="{2E0D6BEF-D5CE-4A45-818F-F56932E6B61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lühlampe"/>
        </a:ext>
      </dgm:extLst>
    </dgm:pt>
    <dgm:pt modelId="{9F3AE611-8567-4687-B9F2-E7D3537E7E11}" type="pres">
      <dgm:prSet presAssocID="{2E0D6BEF-D5CE-4A45-818F-F56932E6B61C}" presName="spaceRect" presStyleCnt="0"/>
      <dgm:spPr/>
    </dgm:pt>
    <dgm:pt modelId="{2573A999-1460-47C9-B74B-127E5765F24C}" type="pres">
      <dgm:prSet presAssocID="{2E0D6BEF-D5CE-4A45-818F-F56932E6B61C}" presName="textRect" presStyleLbl="revTx" presStyleIdx="0" presStyleCnt="5">
        <dgm:presLayoutVars>
          <dgm:chMax val="1"/>
          <dgm:chPref val="1"/>
        </dgm:presLayoutVars>
      </dgm:prSet>
      <dgm:spPr/>
    </dgm:pt>
    <dgm:pt modelId="{5117F882-12F5-4430-A0E7-2AAEE41EFE06}" type="pres">
      <dgm:prSet presAssocID="{2EF570FC-0907-46F8-89C6-8C36C41661DE}" presName="sibTrans" presStyleCnt="0"/>
      <dgm:spPr/>
    </dgm:pt>
    <dgm:pt modelId="{36B68A95-0EA6-4498-A721-85B2AF0A2459}" type="pres">
      <dgm:prSet presAssocID="{E31606DC-B0F4-4A9C-8B03-587CB55DE6B8}" presName="compNode" presStyleCnt="0"/>
      <dgm:spPr/>
    </dgm:pt>
    <dgm:pt modelId="{06789EC1-3E99-4CC4-A027-EE2733ACA2F2}" type="pres">
      <dgm:prSet presAssocID="{E31606DC-B0F4-4A9C-8B03-587CB55DE6B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ung"/>
        </a:ext>
      </dgm:extLst>
    </dgm:pt>
    <dgm:pt modelId="{BD80962C-5531-4C9B-918C-4E647B2D485A}" type="pres">
      <dgm:prSet presAssocID="{E31606DC-B0F4-4A9C-8B03-587CB55DE6B8}" presName="spaceRect" presStyleCnt="0"/>
      <dgm:spPr/>
    </dgm:pt>
    <dgm:pt modelId="{D7DDC4F7-8F7A-428B-BB77-F529C089B816}" type="pres">
      <dgm:prSet presAssocID="{E31606DC-B0F4-4A9C-8B03-587CB55DE6B8}" presName="textRect" presStyleLbl="revTx" presStyleIdx="1" presStyleCnt="5">
        <dgm:presLayoutVars>
          <dgm:chMax val="1"/>
          <dgm:chPref val="1"/>
        </dgm:presLayoutVars>
      </dgm:prSet>
      <dgm:spPr/>
    </dgm:pt>
    <dgm:pt modelId="{7635A0E4-DCE1-413A-9A99-D53034DFA088}" type="pres">
      <dgm:prSet presAssocID="{15180D53-32CD-4440-A89A-F519D89D7AEB}" presName="sibTrans" presStyleCnt="0"/>
      <dgm:spPr/>
    </dgm:pt>
    <dgm:pt modelId="{F45549F9-AC5D-49CE-9C90-64AA952A81BA}" type="pres">
      <dgm:prSet presAssocID="{ED7079C6-5FB6-44EA-A0B3-B7522619D676}" presName="compNode" presStyleCnt="0"/>
      <dgm:spPr/>
    </dgm:pt>
    <dgm:pt modelId="{93D29676-F6EA-4B93-A4E6-26A3A31BB41B}" type="pres">
      <dgm:prSet presAssocID="{ED7079C6-5FB6-44EA-A0B3-B7522619D67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ld"/>
        </a:ext>
      </dgm:extLst>
    </dgm:pt>
    <dgm:pt modelId="{25228A16-0026-48A0-803E-1850E3092939}" type="pres">
      <dgm:prSet presAssocID="{ED7079C6-5FB6-44EA-A0B3-B7522619D676}" presName="spaceRect" presStyleCnt="0"/>
      <dgm:spPr/>
    </dgm:pt>
    <dgm:pt modelId="{E4DCEE7E-8A99-4652-A9D5-FFF435AF487E}" type="pres">
      <dgm:prSet presAssocID="{ED7079C6-5FB6-44EA-A0B3-B7522619D676}" presName="textRect" presStyleLbl="revTx" presStyleIdx="2" presStyleCnt="5">
        <dgm:presLayoutVars>
          <dgm:chMax val="1"/>
          <dgm:chPref val="1"/>
        </dgm:presLayoutVars>
      </dgm:prSet>
      <dgm:spPr/>
    </dgm:pt>
    <dgm:pt modelId="{13A7DCC2-1D51-4423-97BF-5FC51F00828C}" type="pres">
      <dgm:prSet presAssocID="{DCB618FD-6AF5-49E0-95D5-B54587050BEF}" presName="sibTrans" presStyleCnt="0"/>
      <dgm:spPr/>
    </dgm:pt>
    <dgm:pt modelId="{5D53DB6A-7CA2-4711-8E0F-ECC00E07590F}" type="pres">
      <dgm:prSet presAssocID="{CD18A944-8CFD-451E-AC53-DB9ADC5BD627}" presName="compNode" presStyleCnt="0"/>
      <dgm:spPr/>
    </dgm:pt>
    <dgm:pt modelId="{6F4DBFA3-906F-4079-97D2-C678AE052B98}" type="pres">
      <dgm:prSet presAssocID="{CD18A944-8CFD-451E-AC53-DB9ADC5BD62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nnzeichen"/>
        </a:ext>
      </dgm:extLst>
    </dgm:pt>
    <dgm:pt modelId="{56D4C15C-6D3C-4D2A-A6A2-7062FC4A1446}" type="pres">
      <dgm:prSet presAssocID="{CD18A944-8CFD-451E-AC53-DB9ADC5BD627}" presName="spaceRect" presStyleCnt="0"/>
      <dgm:spPr/>
    </dgm:pt>
    <dgm:pt modelId="{8379F5F4-7B86-477E-97F6-E5A21C16E59D}" type="pres">
      <dgm:prSet presAssocID="{CD18A944-8CFD-451E-AC53-DB9ADC5BD627}" presName="textRect" presStyleLbl="revTx" presStyleIdx="3" presStyleCnt="5">
        <dgm:presLayoutVars>
          <dgm:chMax val="1"/>
          <dgm:chPref val="1"/>
        </dgm:presLayoutVars>
      </dgm:prSet>
      <dgm:spPr/>
    </dgm:pt>
    <dgm:pt modelId="{AE96C2E6-77BD-4E3E-A535-DDE93D2E6921}" type="pres">
      <dgm:prSet presAssocID="{32644D57-DACD-4071-9AFB-15617435C322}" presName="sibTrans" presStyleCnt="0"/>
      <dgm:spPr/>
    </dgm:pt>
    <dgm:pt modelId="{DB3DABF0-6E6E-4E1F-AC26-6C7AAA770737}" type="pres">
      <dgm:prSet presAssocID="{6514B67C-2148-494B-B2B0-02E5B7F41D41}" presName="compNode" presStyleCnt="0"/>
      <dgm:spPr/>
    </dgm:pt>
    <dgm:pt modelId="{F1C5BE0C-A7D2-4D69-A551-AB28683B6AAC}" type="pres">
      <dgm:prSet presAssocID="{6514B67C-2148-494B-B2B0-02E5B7F41D4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ederholen"/>
        </a:ext>
      </dgm:extLst>
    </dgm:pt>
    <dgm:pt modelId="{F833ED46-761B-457C-8731-41D82ED96CF7}" type="pres">
      <dgm:prSet presAssocID="{6514B67C-2148-494B-B2B0-02E5B7F41D41}" presName="spaceRect" presStyleCnt="0"/>
      <dgm:spPr/>
    </dgm:pt>
    <dgm:pt modelId="{86937620-32D5-4FE9-8670-4625B5B74C4A}" type="pres">
      <dgm:prSet presAssocID="{6514B67C-2148-494B-B2B0-02E5B7F41D4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711A004-6416-4C85-BACD-CA30A01DF789}" type="presOf" srcId="{AE88DC31-0348-4EF5-AF85-80D881440FD6}" destId="{89C53567-EA5C-48B6-8ABB-13589E7DD39F}" srcOrd="0" destOrd="0" presId="urn:microsoft.com/office/officeart/2018/2/layout/IconLabelList"/>
    <dgm:cxn modelId="{9A6AA607-EE3A-431F-A7D0-05C402D89ABC}" type="presOf" srcId="{CD18A944-8CFD-451E-AC53-DB9ADC5BD627}" destId="{8379F5F4-7B86-477E-97F6-E5A21C16E59D}" srcOrd="0" destOrd="0" presId="urn:microsoft.com/office/officeart/2018/2/layout/IconLabelList"/>
    <dgm:cxn modelId="{7D8E5F1E-1ED3-4FA6-91FC-954EB02B3C22}" srcId="{AE88DC31-0348-4EF5-AF85-80D881440FD6}" destId="{2E0D6BEF-D5CE-4A45-818F-F56932E6B61C}" srcOrd="0" destOrd="0" parTransId="{214D6AB6-9760-4CE7-BB6F-1F8CCC6AF4D2}" sibTransId="{2EF570FC-0907-46F8-89C6-8C36C41661DE}"/>
    <dgm:cxn modelId="{6FAC132B-5B4C-41C6-94A3-D9E25820219F}" type="presOf" srcId="{2E0D6BEF-D5CE-4A45-818F-F56932E6B61C}" destId="{2573A999-1460-47C9-B74B-127E5765F24C}" srcOrd="0" destOrd="0" presId="urn:microsoft.com/office/officeart/2018/2/layout/IconLabelList"/>
    <dgm:cxn modelId="{B6F5F85E-D997-4B60-B2B4-A2F968F0EA13}" type="presOf" srcId="{ED7079C6-5FB6-44EA-A0B3-B7522619D676}" destId="{E4DCEE7E-8A99-4652-A9D5-FFF435AF487E}" srcOrd="0" destOrd="0" presId="urn:microsoft.com/office/officeart/2018/2/layout/IconLabelList"/>
    <dgm:cxn modelId="{7E2AA7AF-3033-41EB-801D-241C6D7292A2}" srcId="{AE88DC31-0348-4EF5-AF85-80D881440FD6}" destId="{ED7079C6-5FB6-44EA-A0B3-B7522619D676}" srcOrd="2" destOrd="0" parTransId="{9F420B1B-BFC4-4A21-9A54-42F1EA475789}" sibTransId="{DCB618FD-6AF5-49E0-95D5-B54587050BEF}"/>
    <dgm:cxn modelId="{5B1F93D3-62A1-4855-967D-6B522F0EE563}" type="presOf" srcId="{6514B67C-2148-494B-B2B0-02E5B7F41D41}" destId="{86937620-32D5-4FE9-8670-4625B5B74C4A}" srcOrd="0" destOrd="0" presId="urn:microsoft.com/office/officeart/2018/2/layout/IconLabelList"/>
    <dgm:cxn modelId="{0F31FCEE-E027-49F2-A9F6-C5FE5C6C3A62}" srcId="{AE88DC31-0348-4EF5-AF85-80D881440FD6}" destId="{E31606DC-B0F4-4A9C-8B03-587CB55DE6B8}" srcOrd="1" destOrd="0" parTransId="{5E73A1B6-AF1D-407B-9BB0-2AC73CA7BE12}" sibTransId="{15180D53-32CD-4440-A89A-F519D89D7AEB}"/>
    <dgm:cxn modelId="{CA7B75F0-43DD-42D2-B27A-F89C3320B9BF}" srcId="{AE88DC31-0348-4EF5-AF85-80D881440FD6}" destId="{CD18A944-8CFD-451E-AC53-DB9ADC5BD627}" srcOrd="3" destOrd="0" parTransId="{E1307FB6-AB82-47F9-BA41-E940E4616EA2}" sibTransId="{32644D57-DACD-4071-9AFB-15617435C322}"/>
    <dgm:cxn modelId="{4E6237F4-130D-4207-AA87-64C9EAD64165}" srcId="{AE88DC31-0348-4EF5-AF85-80D881440FD6}" destId="{6514B67C-2148-494B-B2B0-02E5B7F41D41}" srcOrd="4" destOrd="0" parTransId="{32AA1D23-BE22-4720-AE8B-050B9812CA55}" sibTransId="{B8B0AA88-206A-4EB9-AA56-FECE11664C5F}"/>
    <dgm:cxn modelId="{C17692FA-2995-4785-A947-7B822BDE0D64}" type="presOf" srcId="{E31606DC-B0F4-4A9C-8B03-587CB55DE6B8}" destId="{D7DDC4F7-8F7A-428B-BB77-F529C089B816}" srcOrd="0" destOrd="0" presId="urn:microsoft.com/office/officeart/2018/2/layout/IconLabelList"/>
    <dgm:cxn modelId="{84814284-1F16-4AB9-A019-253A7A9F6FEB}" type="presParOf" srcId="{89C53567-EA5C-48B6-8ABB-13589E7DD39F}" destId="{06D1E68C-EEBB-4D9C-8F12-6D4C62FB05E0}" srcOrd="0" destOrd="0" presId="urn:microsoft.com/office/officeart/2018/2/layout/IconLabelList"/>
    <dgm:cxn modelId="{D5A7F695-5850-4F08-AD58-9327803128A6}" type="presParOf" srcId="{06D1E68C-EEBB-4D9C-8F12-6D4C62FB05E0}" destId="{878C7CBA-A599-451A-A211-4097EE2F6091}" srcOrd="0" destOrd="0" presId="urn:microsoft.com/office/officeart/2018/2/layout/IconLabelList"/>
    <dgm:cxn modelId="{BFD7392B-C435-4886-9AEB-5EB1FB5AA9C0}" type="presParOf" srcId="{06D1E68C-EEBB-4D9C-8F12-6D4C62FB05E0}" destId="{9F3AE611-8567-4687-B9F2-E7D3537E7E11}" srcOrd="1" destOrd="0" presId="urn:microsoft.com/office/officeart/2018/2/layout/IconLabelList"/>
    <dgm:cxn modelId="{C06A549E-E928-4DB1-96FB-D786E626D115}" type="presParOf" srcId="{06D1E68C-EEBB-4D9C-8F12-6D4C62FB05E0}" destId="{2573A999-1460-47C9-B74B-127E5765F24C}" srcOrd="2" destOrd="0" presId="urn:microsoft.com/office/officeart/2018/2/layout/IconLabelList"/>
    <dgm:cxn modelId="{F18BC310-DE0E-4554-AB10-8486E509E199}" type="presParOf" srcId="{89C53567-EA5C-48B6-8ABB-13589E7DD39F}" destId="{5117F882-12F5-4430-A0E7-2AAEE41EFE06}" srcOrd="1" destOrd="0" presId="urn:microsoft.com/office/officeart/2018/2/layout/IconLabelList"/>
    <dgm:cxn modelId="{AE29CC8F-4C99-49AD-A53B-4F6916D27722}" type="presParOf" srcId="{89C53567-EA5C-48B6-8ABB-13589E7DD39F}" destId="{36B68A95-0EA6-4498-A721-85B2AF0A2459}" srcOrd="2" destOrd="0" presId="urn:microsoft.com/office/officeart/2018/2/layout/IconLabelList"/>
    <dgm:cxn modelId="{12C63295-C260-417E-8499-94A496F416F1}" type="presParOf" srcId="{36B68A95-0EA6-4498-A721-85B2AF0A2459}" destId="{06789EC1-3E99-4CC4-A027-EE2733ACA2F2}" srcOrd="0" destOrd="0" presId="urn:microsoft.com/office/officeart/2018/2/layout/IconLabelList"/>
    <dgm:cxn modelId="{809E9BBF-B958-40DB-9BC6-6C19703F5404}" type="presParOf" srcId="{36B68A95-0EA6-4498-A721-85B2AF0A2459}" destId="{BD80962C-5531-4C9B-918C-4E647B2D485A}" srcOrd="1" destOrd="0" presId="urn:microsoft.com/office/officeart/2018/2/layout/IconLabelList"/>
    <dgm:cxn modelId="{CB7B9749-CB39-4C71-A116-AECBBD22B870}" type="presParOf" srcId="{36B68A95-0EA6-4498-A721-85B2AF0A2459}" destId="{D7DDC4F7-8F7A-428B-BB77-F529C089B816}" srcOrd="2" destOrd="0" presId="urn:microsoft.com/office/officeart/2018/2/layout/IconLabelList"/>
    <dgm:cxn modelId="{DE2A0C13-598D-4412-9B79-BE0C38010801}" type="presParOf" srcId="{89C53567-EA5C-48B6-8ABB-13589E7DD39F}" destId="{7635A0E4-DCE1-413A-9A99-D53034DFA088}" srcOrd="3" destOrd="0" presId="urn:microsoft.com/office/officeart/2018/2/layout/IconLabelList"/>
    <dgm:cxn modelId="{3247BB12-C0B5-4CA3-8E00-F5CBDDCED122}" type="presParOf" srcId="{89C53567-EA5C-48B6-8ABB-13589E7DD39F}" destId="{F45549F9-AC5D-49CE-9C90-64AA952A81BA}" srcOrd="4" destOrd="0" presId="urn:microsoft.com/office/officeart/2018/2/layout/IconLabelList"/>
    <dgm:cxn modelId="{C1A5B628-E586-44C2-BA19-02CE9DAE833C}" type="presParOf" srcId="{F45549F9-AC5D-49CE-9C90-64AA952A81BA}" destId="{93D29676-F6EA-4B93-A4E6-26A3A31BB41B}" srcOrd="0" destOrd="0" presId="urn:microsoft.com/office/officeart/2018/2/layout/IconLabelList"/>
    <dgm:cxn modelId="{E0AA3E87-8D8E-4244-B249-0EFE2B44F50E}" type="presParOf" srcId="{F45549F9-AC5D-49CE-9C90-64AA952A81BA}" destId="{25228A16-0026-48A0-803E-1850E3092939}" srcOrd="1" destOrd="0" presId="urn:microsoft.com/office/officeart/2018/2/layout/IconLabelList"/>
    <dgm:cxn modelId="{AA96CDFF-EF6A-4827-9657-6ADC600A2655}" type="presParOf" srcId="{F45549F9-AC5D-49CE-9C90-64AA952A81BA}" destId="{E4DCEE7E-8A99-4652-A9D5-FFF435AF487E}" srcOrd="2" destOrd="0" presId="urn:microsoft.com/office/officeart/2018/2/layout/IconLabelList"/>
    <dgm:cxn modelId="{76BDFB3F-23F5-47CA-82EE-1F32D7A9E753}" type="presParOf" srcId="{89C53567-EA5C-48B6-8ABB-13589E7DD39F}" destId="{13A7DCC2-1D51-4423-97BF-5FC51F00828C}" srcOrd="5" destOrd="0" presId="urn:microsoft.com/office/officeart/2018/2/layout/IconLabelList"/>
    <dgm:cxn modelId="{0362BE80-E593-4326-9D77-51E2D751710D}" type="presParOf" srcId="{89C53567-EA5C-48B6-8ABB-13589E7DD39F}" destId="{5D53DB6A-7CA2-4711-8E0F-ECC00E07590F}" srcOrd="6" destOrd="0" presId="urn:microsoft.com/office/officeart/2018/2/layout/IconLabelList"/>
    <dgm:cxn modelId="{BC618ABE-89CE-450E-8593-5930D9645E4D}" type="presParOf" srcId="{5D53DB6A-7CA2-4711-8E0F-ECC00E07590F}" destId="{6F4DBFA3-906F-4079-97D2-C678AE052B98}" srcOrd="0" destOrd="0" presId="urn:microsoft.com/office/officeart/2018/2/layout/IconLabelList"/>
    <dgm:cxn modelId="{BF6FE73F-78EC-4FF2-9842-7DAE8FAC46EC}" type="presParOf" srcId="{5D53DB6A-7CA2-4711-8E0F-ECC00E07590F}" destId="{56D4C15C-6D3C-4D2A-A6A2-7062FC4A1446}" srcOrd="1" destOrd="0" presId="urn:microsoft.com/office/officeart/2018/2/layout/IconLabelList"/>
    <dgm:cxn modelId="{B6D88EDB-BA51-45EF-9E9A-0AACA8F77CEE}" type="presParOf" srcId="{5D53DB6A-7CA2-4711-8E0F-ECC00E07590F}" destId="{8379F5F4-7B86-477E-97F6-E5A21C16E59D}" srcOrd="2" destOrd="0" presId="urn:microsoft.com/office/officeart/2018/2/layout/IconLabelList"/>
    <dgm:cxn modelId="{45574EC8-3A8A-41A3-B10A-8123CE8E0935}" type="presParOf" srcId="{89C53567-EA5C-48B6-8ABB-13589E7DD39F}" destId="{AE96C2E6-77BD-4E3E-A535-DDE93D2E6921}" srcOrd="7" destOrd="0" presId="urn:microsoft.com/office/officeart/2018/2/layout/IconLabelList"/>
    <dgm:cxn modelId="{645DA3E2-055E-4DF0-A378-3EE3DE25CBC7}" type="presParOf" srcId="{89C53567-EA5C-48B6-8ABB-13589E7DD39F}" destId="{DB3DABF0-6E6E-4E1F-AC26-6C7AAA770737}" srcOrd="8" destOrd="0" presId="urn:microsoft.com/office/officeart/2018/2/layout/IconLabelList"/>
    <dgm:cxn modelId="{469E4286-495B-4B43-802B-36EFE7FAB05E}" type="presParOf" srcId="{DB3DABF0-6E6E-4E1F-AC26-6C7AAA770737}" destId="{F1C5BE0C-A7D2-4D69-A551-AB28683B6AAC}" srcOrd="0" destOrd="0" presId="urn:microsoft.com/office/officeart/2018/2/layout/IconLabelList"/>
    <dgm:cxn modelId="{4E108B7F-8AAC-4829-82D2-945645AA6DC2}" type="presParOf" srcId="{DB3DABF0-6E6E-4E1F-AC26-6C7AAA770737}" destId="{F833ED46-761B-457C-8731-41D82ED96CF7}" srcOrd="1" destOrd="0" presId="urn:microsoft.com/office/officeart/2018/2/layout/IconLabelList"/>
    <dgm:cxn modelId="{97654BD4-48E4-4B5B-BB17-C791A06D245F}" type="presParOf" srcId="{DB3DABF0-6E6E-4E1F-AC26-6C7AAA770737}" destId="{86937620-32D5-4FE9-8670-4625B5B74C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96E30-536E-4A6E-B1EE-1A89ED15245F}">
      <dsp:nvSpPr>
        <dsp:cNvPr id="0" name=""/>
        <dsp:cNvSpPr/>
      </dsp:nvSpPr>
      <dsp:spPr>
        <a:xfrm>
          <a:off x="1359893" y="609099"/>
          <a:ext cx="281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23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92714" y="653259"/>
        <a:ext cx="15591" cy="3121"/>
      </dsp:txXfrm>
    </dsp:sp>
    <dsp:sp modelId="{9D00C681-C402-4E24-A757-0F45EF7DC828}">
      <dsp:nvSpPr>
        <dsp:cNvPr id="0" name=""/>
        <dsp:cNvSpPr/>
      </dsp:nvSpPr>
      <dsp:spPr>
        <a:xfrm>
          <a:off x="5898" y="24808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Zielsetzung</a:t>
          </a:r>
          <a:endParaRPr lang="en-US" sz="1200" kern="1200"/>
        </a:p>
      </dsp:txBody>
      <dsp:txXfrm>
        <a:off x="5898" y="248081"/>
        <a:ext cx="1355795" cy="813477"/>
      </dsp:txXfrm>
    </dsp:sp>
    <dsp:sp modelId="{2D7E7DA5-FA33-47CA-9A00-BB04B86326E0}">
      <dsp:nvSpPr>
        <dsp:cNvPr id="0" name=""/>
        <dsp:cNvSpPr/>
      </dsp:nvSpPr>
      <dsp:spPr>
        <a:xfrm>
          <a:off x="3027521" y="609099"/>
          <a:ext cx="281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23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0342" y="653259"/>
        <a:ext cx="15591" cy="3121"/>
      </dsp:txXfrm>
    </dsp:sp>
    <dsp:sp modelId="{1E51EB96-311D-44AE-9E02-14E6FD3BB30D}">
      <dsp:nvSpPr>
        <dsp:cNvPr id="0" name=""/>
        <dsp:cNvSpPr/>
      </dsp:nvSpPr>
      <dsp:spPr>
        <a:xfrm>
          <a:off x="1673526" y="24808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Daten &amp; Methodik</a:t>
          </a:r>
          <a:endParaRPr lang="en-US" sz="1200" kern="1200"/>
        </a:p>
      </dsp:txBody>
      <dsp:txXfrm>
        <a:off x="1673526" y="248081"/>
        <a:ext cx="1355795" cy="813477"/>
      </dsp:txXfrm>
    </dsp:sp>
    <dsp:sp modelId="{92979B96-EFB7-4F98-B240-F2FADC61024B}">
      <dsp:nvSpPr>
        <dsp:cNvPr id="0" name=""/>
        <dsp:cNvSpPr/>
      </dsp:nvSpPr>
      <dsp:spPr>
        <a:xfrm>
          <a:off x="683795" y="1059758"/>
          <a:ext cx="3335256" cy="281232"/>
        </a:xfrm>
        <a:custGeom>
          <a:avLst/>
          <a:gdLst/>
          <a:ahLst/>
          <a:cxnLst/>
          <a:rect l="0" t="0" r="0" b="0"/>
          <a:pathLst>
            <a:path>
              <a:moveTo>
                <a:pt x="3335256" y="0"/>
              </a:moveTo>
              <a:lnTo>
                <a:pt x="3335256" y="157716"/>
              </a:lnTo>
              <a:lnTo>
                <a:pt x="0" y="157716"/>
              </a:lnTo>
              <a:lnTo>
                <a:pt x="0" y="28123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7678" y="1198814"/>
        <a:ext cx="167490" cy="3121"/>
      </dsp:txXfrm>
    </dsp:sp>
    <dsp:sp modelId="{CA954A1A-1DDF-4C5D-9851-789241C0D48E}">
      <dsp:nvSpPr>
        <dsp:cNvPr id="0" name=""/>
        <dsp:cNvSpPr/>
      </dsp:nvSpPr>
      <dsp:spPr>
        <a:xfrm>
          <a:off x="3341154" y="24808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Risikomodell</a:t>
          </a:r>
          <a:endParaRPr lang="en-US" sz="1200" kern="1200"/>
        </a:p>
      </dsp:txBody>
      <dsp:txXfrm>
        <a:off x="3341154" y="248081"/>
        <a:ext cx="1355795" cy="813477"/>
      </dsp:txXfrm>
    </dsp:sp>
    <dsp:sp modelId="{E81FC517-5369-45D4-9FFB-4F102668DEC0}">
      <dsp:nvSpPr>
        <dsp:cNvPr id="0" name=""/>
        <dsp:cNvSpPr/>
      </dsp:nvSpPr>
      <dsp:spPr>
        <a:xfrm>
          <a:off x="1359893" y="1734410"/>
          <a:ext cx="281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23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92714" y="1778569"/>
        <a:ext cx="15591" cy="3121"/>
      </dsp:txXfrm>
    </dsp:sp>
    <dsp:sp modelId="{CC7B13FE-9C18-40FD-97F4-F5E4C8C5A931}">
      <dsp:nvSpPr>
        <dsp:cNvPr id="0" name=""/>
        <dsp:cNvSpPr/>
      </dsp:nvSpPr>
      <dsp:spPr>
        <a:xfrm>
          <a:off x="5898" y="137339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Ausfallquoten</a:t>
          </a:r>
          <a:endParaRPr lang="en-US" sz="1200" kern="1200"/>
        </a:p>
      </dsp:txBody>
      <dsp:txXfrm>
        <a:off x="5898" y="1373391"/>
        <a:ext cx="1355795" cy="813477"/>
      </dsp:txXfrm>
    </dsp:sp>
    <dsp:sp modelId="{95C9F4E0-AC79-4397-AF3C-F27BF99CF876}">
      <dsp:nvSpPr>
        <dsp:cNvPr id="0" name=""/>
        <dsp:cNvSpPr/>
      </dsp:nvSpPr>
      <dsp:spPr>
        <a:xfrm>
          <a:off x="3027521" y="1734410"/>
          <a:ext cx="281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23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0342" y="1778569"/>
        <a:ext cx="15591" cy="3121"/>
      </dsp:txXfrm>
    </dsp:sp>
    <dsp:sp modelId="{FA9DCA3A-BAC2-4AE4-8634-458C468C7578}">
      <dsp:nvSpPr>
        <dsp:cNvPr id="0" name=""/>
        <dsp:cNvSpPr/>
      </dsp:nvSpPr>
      <dsp:spPr>
        <a:xfrm>
          <a:off x="1673526" y="137339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Lift-Tabelle </a:t>
          </a:r>
          <a:endParaRPr lang="en-US" sz="1200" kern="1200"/>
        </a:p>
      </dsp:txBody>
      <dsp:txXfrm>
        <a:off x="1673526" y="1373391"/>
        <a:ext cx="1355795" cy="813477"/>
      </dsp:txXfrm>
    </dsp:sp>
    <dsp:sp modelId="{23D34C20-4D6B-4AEA-BEA0-4815627E54A3}">
      <dsp:nvSpPr>
        <dsp:cNvPr id="0" name=""/>
        <dsp:cNvSpPr/>
      </dsp:nvSpPr>
      <dsp:spPr>
        <a:xfrm>
          <a:off x="683795" y="2185068"/>
          <a:ext cx="3335256" cy="281232"/>
        </a:xfrm>
        <a:custGeom>
          <a:avLst/>
          <a:gdLst/>
          <a:ahLst/>
          <a:cxnLst/>
          <a:rect l="0" t="0" r="0" b="0"/>
          <a:pathLst>
            <a:path>
              <a:moveTo>
                <a:pt x="3335256" y="0"/>
              </a:moveTo>
              <a:lnTo>
                <a:pt x="3335256" y="157716"/>
              </a:lnTo>
              <a:lnTo>
                <a:pt x="0" y="157716"/>
              </a:lnTo>
              <a:lnTo>
                <a:pt x="0" y="281232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67678" y="2324124"/>
        <a:ext cx="167490" cy="3121"/>
      </dsp:txXfrm>
    </dsp:sp>
    <dsp:sp modelId="{6EDD5F66-00D5-4972-821B-6A97DAF889B7}">
      <dsp:nvSpPr>
        <dsp:cNvPr id="0" name=""/>
        <dsp:cNvSpPr/>
      </dsp:nvSpPr>
      <dsp:spPr>
        <a:xfrm>
          <a:off x="3341154" y="137339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Workload-Planner</a:t>
          </a:r>
          <a:endParaRPr lang="en-US" sz="1200" kern="1200"/>
        </a:p>
      </dsp:txBody>
      <dsp:txXfrm>
        <a:off x="3341154" y="1373391"/>
        <a:ext cx="1355795" cy="813477"/>
      </dsp:txXfrm>
    </dsp:sp>
    <dsp:sp modelId="{CF0C4E8B-5524-49BC-AA47-377E3E32DFA0}">
      <dsp:nvSpPr>
        <dsp:cNvPr id="0" name=""/>
        <dsp:cNvSpPr/>
      </dsp:nvSpPr>
      <dsp:spPr>
        <a:xfrm>
          <a:off x="1359893" y="2859720"/>
          <a:ext cx="281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23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92714" y="2903879"/>
        <a:ext cx="15591" cy="3121"/>
      </dsp:txXfrm>
    </dsp:sp>
    <dsp:sp modelId="{723341BA-A3B6-4B00-91E3-EB263F1EC434}">
      <dsp:nvSpPr>
        <dsp:cNvPr id="0" name=""/>
        <dsp:cNvSpPr/>
      </dsp:nvSpPr>
      <dsp:spPr>
        <a:xfrm>
          <a:off x="5898" y="249870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Red-Flag Beispiele</a:t>
          </a:r>
          <a:endParaRPr lang="en-US" sz="1200" kern="1200"/>
        </a:p>
      </dsp:txBody>
      <dsp:txXfrm>
        <a:off x="5898" y="2498701"/>
        <a:ext cx="1355795" cy="813477"/>
      </dsp:txXfrm>
    </dsp:sp>
    <dsp:sp modelId="{65396D9E-EF49-4D50-A794-128CD003B820}">
      <dsp:nvSpPr>
        <dsp:cNvPr id="0" name=""/>
        <dsp:cNvSpPr/>
      </dsp:nvSpPr>
      <dsp:spPr>
        <a:xfrm>
          <a:off x="3027521" y="2859720"/>
          <a:ext cx="2812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1232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0342" y="2903879"/>
        <a:ext cx="15591" cy="3121"/>
      </dsp:txXfrm>
    </dsp:sp>
    <dsp:sp modelId="{37C91984-AD24-43C2-A27F-024AE10FF195}">
      <dsp:nvSpPr>
        <dsp:cNvPr id="0" name=""/>
        <dsp:cNvSpPr/>
      </dsp:nvSpPr>
      <dsp:spPr>
        <a:xfrm>
          <a:off x="1673526" y="249870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Handlungsempfehlungen</a:t>
          </a:r>
          <a:endParaRPr lang="en-US" sz="1200" kern="1200"/>
        </a:p>
      </dsp:txBody>
      <dsp:txXfrm>
        <a:off x="1673526" y="2498701"/>
        <a:ext cx="1355795" cy="813477"/>
      </dsp:txXfrm>
    </dsp:sp>
    <dsp:sp modelId="{6C2C4E14-B4B6-4A86-AF95-15A6E4AB82F1}">
      <dsp:nvSpPr>
        <dsp:cNvPr id="0" name=""/>
        <dsp:cNvSpPr/>
      </dsp:nvSpPr>
      <dsp:spPr>
        <a:xfrm>
          <a:off x="3341154" y="2498701"/>
          <a:ext cx="1355795" cy="8134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435" tIns="69735" rIns="66435" bIns="6973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Fazit /  Management-Summary</a:t>
          </a:r>
          <a:endParaRPr lang="en-US" sz="1200" kern="1200"/>
        </a:p>
      </dsp:txBody>
      <dsp:txXfrm>
        <a:off x="3341154" y="2498701"/>
        <a:ext cx="1355795" cy="8134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6CEA3-8607-4A67-8EEE-461BE38DA199}">
      <dsp:nvSpPr>
        <dsp:cNvPr id="0" name=""/>
        <dsp:cNvSpPr/>
      </dsp:nvSpPr>
      <dsp:spPr>
        <a:xfrm>
          <a:off x="387595" y="198848"/>
          <a:ext cx="631230" cy="6312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052CB-285B-43F9-AA1C-899D2A49333F}">
      <dsp:nvSpPr>
        <dsp:cNvPr id="0" name=""/>
        <dsp:cNvSpPr/>
      </dsp:nvSpPr>
      <dsp:spPr>
        <a:xfrm>
          <a:off x="1843" y="1043694"/>
          <a:ext cx="1402734" cy="56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Entwicklung eines nachvollziehbaren Risikomodells</a:t>
          </a:r>
          <a:endParaRPr lang="en-US" sz="1100" kern="1200"/>
        </a:p>
      </dsp:txBody>
      <dsp:txXfrm>
        <a:off x="1843" y="1043694"/>
        <a:ext cx="1402734" cy="561093"/>
      </dsp:txXfrm>
    </dsp:sp>
    <dsp:sp modelId="{4305A6BD-9ED7-4D08-84E1-4B6CE5510F55}">
      <dsp:nvSpPr>
        <dsp:cNvPr id="0" name=""/>
        <dsp:cNvSpPr/>
      </dsp:nvSpPr>
      <dsp:spPr>
        <a:xfrm>
          <a:off x="2035808" y="198848"/>
          <a:ext cx="631230" cy="6312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F6166-74A7-4A76-B053-74AC3A71C047}">
      <dsp:nvSpPr>
        <dsp:cNvPr id="0" name=""/>
        <dsp:cNvSpPr/>
      </dsp:nvSpPr>
      <dsp:spPr>
        <a:xfrm>
          <a:off x="1650056" y="1043694"/>
          <a:ext cx="1402734" cy="56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Bildung von klaren Risikoklassen</a:t>
          </a:r>
          <a:endParaRPr lang="en-US" sz="1100" kern="1200"/>
        </a:p>
      </dsp:txBody>
      <dsp:txXfrm>
        <a:off x="1650056" y="1043694"/>
        <a:ext cx="1402734" cy="561093"/>
      </dsp:txXfrm>
    </dsp:sp>
    <dsp:sp modelId="{C68D6590-234B-4AB4-8C4F-1E3C636D2BAC}">
      <dsp:nvSpPr>
        <dsp:cNvPr id="0" name=""/>
        <dsp:cNvSpPr/>
      </dsp:nvSpPr>
      <dsp:spPr>
        <a:xfrm>
          <a:off x="3684021" y="198848"/>
          <a:ext cx="631230" cy="6312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44AA6-42C2-4297-A45D-F8FF326C3B55}">
      <dsp:nvSpPr>
        <dsp:cNvPr id="0" name=""/>
        <dsp:cNvSpPr/>
      </dsp:nvSpPr>
      <dsp:spPr>
        <a:xfrm>
          <a:off x="3298269" y="1043694"/>
          <a:ext cx="1402734" cy="56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Analyse der Ausfallquoten je Klasse</a:t>
          </a:r>
          <a:endParaRPr lang="en-US" sz="1100" kern="1200"/>
        </a:p>
      </dsp:txBody>
      <dsp:txXfrm>
        <a:off x="3298269" y="1043694"/>
        <a:ext cx="1402734" cy="561093"/>
      </dsp:txXfrm>
    </dsp:sp>
    <dsp:sp modelId="{07FE75E7-302E-4BD0-903C-9E94336A9DD9}">
      <dsp:nvSpPr>
        <dsp:cNvPr id="0" name=""/>
        <dsp:cNvSpPr/>
      </dsp:nvSpPr>
      <dsp:spPr>
        <a:xfrm>
          <a:off x="387595" y="1955471"/>
          <a:ext cx="631230" cy="6312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9C26C-9607-4ED3-ADE2-3D892E8DA3F7}">
      <dsp:nvSpPr>
        <dsp:cNvPr id="0" name=""/>
        <dsp:cNvSpPr/>
      </dsp:nvSpPr>
      <dsp:spPr>
        <a:xfrm>
          <a:off x="1843" y="2800317"/>
          <a:ext cx="1402734" cy="56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Prüfung, ob Kreditvergabe &amp; Pricing risikosensitiv ist</a:t>
          </a:r>
          <a:endParaRPr lang="en-US" sz="1100" kern="1200"/>
        </a:p>
      </dsp:txBody>
      <dsp:txXfrm>
        <a:off x="1843" y="2800317"/>
        <a:ext cx="1402734" cy="561093"/>
      </dsp:txXfrm>
    </dsp:sp>
    <dsp:sp modelId="{EF1DA1AB-0B8E-42EC-A25A-2A1051F4D733}">
      <dsp:nvSpPr>
        <dsp:cNvPr id="0" name=""/>
        <dsp:cNvSpPr/>
      </dsp:nvSpPr>
      <dsp:spPr>
        <a:xfrm>
          <a:off x="2035808" y="1955471"/>
          <a:ext cx="631230" cy="6312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71912-1096-4406-8DD0-A630860FB61A}">
      <dsp:nvSpPr>
        <dsp:cNvPr id="0" name=""/>
        <dsp:cNvSpPr/>
      </dsp:nvSpPr>
      <dsp:spPr>
        <a:xfrm>
          <a:off x="1650056" y="2800317"/>
          <a:ext cx="1402734" cy="56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Identifikation von Auffälligkeiten (Red Flags)</a:t>
          </a:r>
          <a:endParaRPr lang="en-US" sz="1100" kern="1200"/>
        </a:p>
      </dsp:txBody>
      <dsp:txXfrm>
        <a:off x="1650056" y="2800317"/>
        <a:ext cx="1402734" cy="561093"/>
      </dsp:txXfrm>
    </dsp:sp>
    <dsp:sp modelId="{D3821A75-DD62-437B-BC76-1F828792EEEF}">
      <dsp:nvSpPr>
        <dsp:cNvPr id="0" name=""/>
        <dsp:cNvSpPr/>
      </dsp:nvSpPr>
      <dsp:spPr>
        <a:xfrm>
          <a:off x="3684021" y="1955471"/>
          <a:ext cx="631230" cy="6312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236BE-965F-40CB-A369-FC92D2A0CC18}">
      <dsp:nvSpPr>
        <dsp:cNvPr id="0" name=""/>
        <dsp:cNvSpPr/>
      </dsp:nvSpPr>
      <dsp:spPr>
        <a:xfrm>
          <a:off x="3298269" y="2800317"/>
          <a:ext cx="1402734" cy="561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Ableitung von Empfehlungen für Überwachung und Vergabe</a:t>
          </a:r>
          <a:endParaRPr lang="en-US" sz="1100" kern="1200"/>
        </a:p>
      </dsp:txBody>
      <dsp:txXfrm>
        <a:off x="3298269" y="2800317"/>
        <a:ext cx="1402734" cy="5610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7A929-BC9A-495B-B430-DFBB87717D87}">
      <dsp:nvSpPr>
        <dsp:cNvPr id="0" name=""/>
        <dsp:cNvSpPr/>
      </dsp:nvSpPr>
      <dsp:spPr>
        <a:xfrm>
          <a:off x="0" y="2172"/>
          <a:ext cx="4702848" cy="7514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927FB8-01A9-4D11-87AC-82A3F115ECF1}">
      <dsp:nvSpPr>
        <dsp:cNvPr id="0" name=""/>
        <dsp:cNvSpPr/>
      </dsp:nvSpPr>
      <dsp:spPr>
        <a:xfrm>
          <a:off x="227322" y="171255"/>
          <a:ext cx="413717" cy="413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92C62-575D-4E99-B27F-A69A538DE88A}">
      <dsp:nvSpPr>
        <dsp:cNvPr id="0" name=""/>
        <dsp:cNvSpPr/>
      </dsp:nvSpPr>
      <dsp:spPr>
        <a:xfrm>
          <a:off x="868361" y="2172"/>
          <a:ext cx="3641513" cy="752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09" tIns="79609" rIns="79609" bIns="7960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/>
            <a:t>Regelbasiertes Scoring-Modell</a:t>
          </a:r>
          <a:br>
            <a:rPr lang="de-DE" sz="1400" kern="1200"/>
          </a:br>
          <a:r>
            <a:rPr lang="de-DE" sz="1400" kern="1200"/>
            <a:t>→ 6 Faktoren: Loan-Grade, Einkommen, Kreditsumme, Einkommensbelastung, Beschäftigungsdauer, Wohneigentum</a:t>
          </a:r>
          <a:endParaRPr lang="en-US" sz="1400" kern="1200"/>
        </a:p>
      </dsp:txBody>
      <dsp:txXfrm>
        <a:off x="868361" y="2172"/>
        <a:ext cx="3641513" cy="752212"/>
      </dsp:txXfrm>
    </dsp:sp>
    <dsp:sp modelId="{AE169900-3457-43E0-AD86-4F2F829865F1}">
      <dsp:nvSpPr>
        <dsp:cNvPr id="0" name=""/>
        <dsp:cNvSpPr/>
      </dsp:nvSpPr>
      <dsp:spPr>
        <a:xfrm>
          <a:off x="0" y="936739"/>
          <a:ext cx="4702848" cy="7514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86ECA-D682-4E5E-A11C-7D0744641194}">
      <dsp:nvSpPr>
        <dsp:cNvPr id="0" name=""/>
        <dsp:cNvSpPr/>
      </dsp:nvSpPr>
      <dsp:spPr>
        <a:xfrm>
          <a:off x="227322" y="1105822"/>
          <a:ext cx="413717" cy="413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0A310C-FC6E-47BF-BDB6-ADD7E2F115C8}">
      <dsp:nvSpPr>
        <dsp:cNvPr id="0" name=""/>
        <dsp:cNvSpPr/>
      </dsp:nvSpPr>
      <dsp:spPr>
        <a:xfrm>
          <a:off x="868361" y="936739"/>
          <a:ext cx="3641513" cy="752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09" tIns="79609" rIns="79609" bIns="7960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/>
            <a:t>Punktevergabe</a:t>
          </a:r>
          <a:br>
            <a:rPr lang="de-DE" sz="1400" kern="1200"/>
          </a:br>
          <a:r>
            <a:rPr lang="de-DE" sz="1400" kern="1200"/>
            <a:t>→ Jeder Faktor wird in Risiko-Punkte übersetzt (mehr Punkte = höheres Risiko)</a:t>
          </a:r>
          <a:endParaRPr lang="en-US" sz="1400" kern="1200"/>
        </a:p>
      </dsp:txBody>
      <dsp:txXfrm>
        <a:off x="868361" y="936739"/>
        <a:ext cx="3641513" cy="752212"/>
      </dsp:txXfrm>
    </dsp:sp>
    <dsp:sp modelId="{F22ED602-9D24-4BD7-A96D-570BDEF0D886}">
      <dsp:nvSpPr>
        <dsp:cNvPr id="0" name=""/>
        <dsp:cNvSpPr/>
      </dsp:nvSpPr>
      <dsp:spPr>
        <a:xfrm>
          <a:off x="0" y="1871307"/>
          <a:ext cx="4702848" cy="7514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9E67A-B06D-4681-959A-D18DDD62FA20}">
      <dsp:nvSpPr>
        <dsp:cNvPr id="0" name=""/>
        <dsp:cNvSpPr/>
      </dsp:nvSpPr>
      <dsp:spPr>
        <a:xfrm>
          <a:off x="227322" y="2040389"/>
          <a:ext cx="413717" cy="413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FA69E-8283-4540-9522-1B396E58C1AB}">
      <dsp:nvSpPr>
        <dsp:cNvPr id="0" name=""/>
        <dsp:cNvSpPr/>
      </dsp:nvSpPr>
      <dsp:spPr>
        <a:xfrm>
          <a:off x="868361" y="1871307"/>
          <a:ext cx="3641513" cy="752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09" tIns="79609" rIns="79609" bIns="7960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/>
            <a:t>Gesamt-Risikoscore</a:t>
          </a:r>
          <a:br>
            <a:rPr lang="de-DE" sz="1400" kern="1200"/>
          </a:br>
          <a:r>
            <a:rPr lang="de-DE" sz="1400" kern="1200"/>
            <a:t>→ Summe der Punkte, Einteilung in 5 Klassen: Sehr niedrig, Niedrig, Mittel, Hoch, Sehr hoch</a:t>
          </a:r>
          <a:endParaRPr lang="en-US" sz="1400" kern="1200"/>
        </a:p>
      </dsp:txBody>
      <dsp:txXfrm>
        <a:off x="868361" y="1871307"/>
        <a:ext cx="3641513" cy="752212"/>
      </dsp:txXfrm>
    </dsp:sp>
    <dsp:sp modelId="{A548B4D3-9C63-43B0-B920-4280A02C50E9}">
      <dsp:nvSpPr>
        <dsp:cNvPr id="0" name=""/>
        <dsp:cNvSpPr/>
      </dsp:nvSpPr>
      <dsp:spPr>
        <a:xfrm>
          <a:off x="0" y="2805874"/>
          <a:ext cx="4702848" cy="75147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1B64DB-1F16-4E97-A7A5-08DE6EF7C0B5}">
      <dsp:nvSpPr>
        <dsp:cNvPr id="0" name=""/>
        <dsp:cNvSpPr/>
      </dsp:nvSpPr>
      <dsp:spPr>
        <a:xfrm>
          <a:off x="227322" y="2974957"/>
          <a:ext cx="413717" cy="4133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EBC84-33A1-4295-8C49-EC6FC0C170B5}">
      <dsp:nvSpPr>
        <dsp:cNvPr id="0" name=""/>
        <dsp:cNvSpPr/>
      </dsp:nvSpPr>
      <dsp:spPr>
        <a:xfrm>
          <a:off x="868361" y="2805874"/>
          <a:ext cx="3641513" cy="7522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609" tIns="79609" rIns="79609" bIns="7960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/>
            <a:t>Validierung</a:t>
          </a:r>
          <a:br>
            <a:rPr lang="de-DE" sz="1400" kern="1200"/>
          </a:br>
          <a:r>
            <a:rPr lang="de-DE" sz="1400" kern="1200"/>
            <a:t>→ Pearson-Korrelation Score ↔ Loan Status: </a:t>
          </a:r>
          <a:r>
            <a:rPr lang="de-DE" sz="1400" b="1" kern="1200"/>
            <a:t>0,49</a:t>
          </a:r>
          <a:r>
            <a:rPr lang="de-DE" sz="1400" kern="1200"/>
            <a:t> (positiver Zusammenhang)</a:t>
          </a:r>
          <a:br>
            <a:rPr lang="de-DE" sz="1400" kern="1200"/>
          </a:br>
          <a:r>
            <a:rPr lang="de-DE" sz="1400" kern="1200"/>
            <a:t>→ Ausfall-Raten steigen </a:t>
          </a:r>
          <a:r>
            <a:rPr lang="de-DE" sz="1400" b="1" kern="1200"/>
            <a:t>monoton je Klasse</a:t>
          </a:r>
          <a:endParaRPr lang="en-US" sz="1400" kern="1200"/>
        </a:p>
      </dsp:txBody>
      <dsp:txXfrm>
        <a:off x="868361" y="2805874"/>
        <a:ext cx="3641513" cy="7522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694A6E-9AE5-42FB-8E8E-A307A24D9BBB}">
      <dsp:nvSpPr>
        <dsp:cNvPr id="0" name=""/>
        <dsp:cNvSpPr/>
      </dsp:nvSpPr>
      <dsp:spPr>
        <a:xfrm>
          <a:off x="0" y="1162"/>
          <a:ext cx="8074815" cy="5890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181102-0F15-4D70-9363-FCD8276D7365}">
      <dsp:nvSpPr>
        <dsp:cNvPr id="0" name=""/>
        <dsp:cNvSpPr/>
      </dsp:nvSpPr>
      <dsp:spPr>
        <a:xfrm>
          <a:off x="178192" y="133702"/>
          <a:ext cx="323987" cy="3239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11E09D-ACFA-461E-AB60-5955497DF7AE}">
      <dsp:nvSpPr>
        <dsp:cNvPr id="0" name=""/>
        <dsp:cNvSpPr/>
      </dsp:nvSpPr>
      <dsp:spPr>
        <a:xfrm>
          <a:off x="680372" y="1162"/>
          <a:ext cx="7394442" cy="58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343" tIns="62343" rIns="62343" bIns="6234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Modell trennt Kunden klar nach Risiko</a:t>
          </a:r>
          <a:endParaRPr lang="en-US" sz="1700" kern="1200"/>
        </a:p>
      </dsp:txBody>
      <dsp:txXfrm>
        <a:off x="680372" y="1162"/>
        <a:ext cx="7394442" cy="589067"/>
      </dsp:txXfrm>
    </dsp:sp>
    <dsp:sp modelId="{9D75B5B1-8813-4CCD-B735-AF7BA030B4F4}">
      <dsp:nvSpPr>
        <dsp:cNvPr id="0" name=""/>
        <dsp:cNvSpPr/>
      </dsp:nvSpPr>
      <dsp:spPr>
        <a:xfrm>
          <a:off x="0" y="737496"/>
          <a:ext cx="8074815" cy="5890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79A9F-86B3-4983-A575-290754F7DC79}">
      <dsp:nvSpPr>
        <dsp:cNvPr id="0" name=""/>
        <dsp:cNvSpPr/>
      </dsp:nvSpPr>
      <dsp:spPr>
        <a:xfrm>
          <a:off x="178192" y="870036"/>
          <a:ext cx="323987" cy="3239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69C30-D8C7-4916-B1B0-948C20C8AF54}">
      <dsp:nvSpPr>
        <dsp:cNvPr id="0" name=""/>
        <dsp:cNvSpPr/>
      </dsp:nvSpPr>
      <dsp:spPr>
        <a:xfrm>
          <a:off x="680372" y="737496"/>
          <a:ext cx="7394442" cy="58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343" tIns="62343" rIns="62343" bIns="6234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Ausfallquoten und Zinsen steigen mit Score</a:t>
          </a:r>
          <a:endParaRPr lang="en-US" sz="1700" kern="1200"/>
        </a:p>
      </dsp:txBody>
      <dsp:txXfrm>
        <a:off x="680372" y="737496"/>
        <a:ext cx="7394442" cy="589067"/>
      </dsp:txXfrm>
    </dsp:sp>
    <dsp:sp modelId="{36BE64B2-E449-4875-8690-B7B26F7414A7}">
      <dsp:nvSpPr>
        <dsp:cNvPr id="0" name=""/>
        <dsp:cNvSpPr/>
      </dsp:nvSpPr>
      <dsp:spPr>
        <a:xfrm>
          <a:off x="0" y="1473830"/>
          <a:ext cx="8074815" cy="5890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45525-2D3F-4BE4-909D-EFE3001891C3}">
      <dsp:nvSpPr>
        <dsp:cNvPr id="0" name=""/>
        <dsp:cNvSpPr/>
      </dsp:nvSpPr>
      <dsp:spPr>
        <a:xfrm>
          <a:off x="178192" y="1606371"/>
          <a:ext cx="323987" cy="3239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8BDCC-07C6-477C-9338-CB88A83DC4DA}">
      <dsp:nvSpPr>
        <dsp:cNvPr id="0" name=""/>
        <dsp:cNvSpPr/>
      </dsp:nvSpPr>
      <dsp:spPr>
        <a:xfrm>
          <a:off x="680372" y="1473830"/>
          <a:ext cx="7394442" cy="58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343" tIns="62343" rIns="62343" bIns="6234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Hohe Praxistauglichkeit (Workload-Planner, Red-Flags)</a:t>
          </a:r>
          <a:endParaRPr lang="en-US" sz="1700" kern="1200"/>
        </a:p>
      </dsp:txBody>
      <dsp:txXfrm>
        <a:off x="680372" y="1473830"/>
        <a:ext cx="7394442" cy="589067"/>
      </dsp:txXfrm>
    </dsp:sp>
    <dsp:sp modelId="{A265AB01-588A-44D3-ACD4-1188EA0F03B0}">
      <dsp:nvSpPr>
        <dsp:cNvPr id="0" name=""/>
        <dsp:cNvSpPr/>
      </dsp:nvSpPr>
      <dsp:spPr>
        <a:xfrm>
          <a:off x="0" y="2210165"/>
          <a:ext cx="8074815" cy="5890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0D828-9AA8-4506-B6D8-482897DE2879}">
      <dsp:nvSpPr>
        <dsp:cNvPr id="0" name=""/>
        <dsp:cNvSpPr/>
      </dsp:nvSpPr>
      <dsp:spPr>
        <a:xfrm>
          <a:off x="178192" y="2342705"/>
          <a:ext cx="323987" cy="3239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E28E9-42C9-477F-9929-5111C67D9DAB}">
      <dsp:nvSpPr>
        <dsp:cNvPr id="0" name=""/>
        <dsp:cNvSpPr/>
      </dsp:nvSpPr>
      <dsp:spPr>
        <a:xfrm>
          <a:off x="680372" y="2210165"/>
          <a:ext cx="7394442" cy="589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343" tIns="62343" rIns="62343" bIns="62343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Potenzial: Preisgestaltung und Prozesse konsequenter am Risiko ausrichten</a:t>
          </a:r>
          <a:endParaRPr lang="en-US" sz="1700" kern="1200"/>
        </a:p>
      </dsp:txBody>
      <dsp:txXfrm>
        <a:off x="680372" y="2210165"/>
        <a:ext cx="7394442" cy="5890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C7CBA-A599-451A-A211-4097EE2F6091}">
      <dsp:nvSpPr>
        <dsp:cNvPr id="0" name=""/>
        <dsp:cNvSpPr/>
      </dsp:nvSpPr>
      <dsp:spPr>
        <a:xfrm>
          <a:off x="393681" y="692642"/>
          <a:ext cx="636767" cy="6367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3A999-1460-47C9-B74B-127E5765F24C}">
      <dsp:nvSpPr>
        <dsp:cNvPr id="0" name=""/>
        <dsp:cNvSpPr/>
      </dsp:nvSpPr>
      <dsp:spPr>
        <a:xfrm>
          <a:off x="4546" y="1541736"/>
          <a:ext cx="1415039" cy="56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Risikoklassen aktiv im Kreditprozess nutzen</a:t>
          </a:r>
          <a:endParaRPr lang="en-US" sz="1200" kern="1200"/>
        </a:p>
      </dsp:txBody>
      <dsp:txXfrm>
        <a:off x="4546" y="1541736"/>
        <a:ext cx="1415039" cy="566015"/>
      </dsp:txXfrm>
    </dsp:sp>
    <dsp:sp modelId="{06789EC1-3E99-4CC4-A027-EE2733ACA2F2}">
      <dsp:nvSpPr>
        <dsp:cNvPr id="0" name=""/>
        <dsp:cNvSpPr/>
      </dsp:nvSpPr>
      <dsp:spPr>
        <a:xfrm>
          <a:off x="2056352" y="692642"/>
          <a:ext cx="636767" cy="6367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DC4F7-8F7A-428B-BB77-F529C089B816}">
      <dsp:nvSpPr>
        <dsp:cNvPr id="0" name=""/>
        <dsp:cNvSpPr/>
      </dsp:nvSpPr>
      <dsp:spPr>
        <a:xfrm>
          <a:off x="1667217" y="1541736"/>
          <a:ext cx="1415039" cy="56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Preisgestaltung konsequent am Risiko ausrichten</a:t>
          </a:r>
          <a:endParaRPr lang="en-US" sz="1200" kern="1200"/>
        </a:p>
      </dsp:txBody>
      <dsp:txXfrm>
        <a:off x="1667217" y="1541736"/>
        <a:ext cx="1415039" cy="566015"/>
      </dsp:txXfrm>
    </dsp:sp>
    <dsp:sp modelId="{93D29676-F6EA-4B93-A4E6-26A3A31BB41B}">
      <dsp:nvSpPr>
        <dsp:cNvPr id="0" name=""/>
        <dsp:cNvSpPr/>
      </dsp:nvSpPr>
      <dsp:spPr>
        <a:xfrm>
          <a:off x="3719023" y="692642"/>
          <a:ext cx="636767" cy="6367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CEE7E-8A99-4652-A9D5-FFF435AF487E}">
      <dsp:nvSpPr>
        <dsp:cNvPr id="0" name=""/>
        <dsp:cNvSpPr/>
      </dsp:nvSpPr>
      <dsp:spPr>
        <a:xfrm>
          <a:off x="3329887" y="1541736"/>
          <a:ext cx="1415039" cy="56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Prüfressourcen mit Workload-Planner steuern</a:t>
          </a:r>
          <a:endParaRPr lang="en-US" sz="1200" kern="1200"/>
        </a:p>
      </dsp:txBody>
      <dsp:txXfrm>
        <a:off x="3329887" y="1541736"/>
        <a:ext cx="1415039" cy="566015"/>
      </dsp:txXfrm>
    </dsp:sp>
    <dsp:sp modelId="{6F4DBFA3-906F-4079-97D2-C678AE052B98}">
      <dsp:nvSpPr>
        <dsp:cNvPr id="0" name=""/>
        <dsp:cNvSpPr/>
      </dsp:nvSpPr>
      <dsp:spPr>
        <a:xfrm>
          <a:off x="5381694" y="692642"/>
          <a:ext cx="636767" cy="6367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F5F4-7B86-477E-97F6-E5A21C16E59D}">
      <dsp:nvSpPr>
        <dsp:cNvPr id="0" name=""/>
        <dsp:cNvSpPr/>
      </dsp:nvSpPr>
      <dsp:spPr>
        <a:xfrm>
          <a:off x="4992558" y="1541736"/>
          <a:ext cx="1415039" cy="56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Red-Flag-Fälle besonders prüfen</a:t>
          </a:r>
          <a:endParaRPr lang="en-US" sz="1200" kern="1200"/>
        </a:p>
      </dsp:txBody>
      <dsp:txXfrm>
        <a:off x="4992558" y="1541736"/>
        <a:ext cx="1415039" cy="566015"/>
      </dsp:txXfrm>
    </dsp:sp>
    <dsp:sp modelId="{F1C5BE0C-A7D2-4D69-A551-AB28683B6AAC}">
      <dsp:nvSpPr>
        <dsp:cNvPr id="0" name=""/>
        <dsp:cNvSpPr/>
      </dsp:nvSpPr>
      <dsp:spPr>
        <a:xfrm>
          <a:off x="7044365" y="692642"/>
          <a:ext cx="636767" cy="6367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37620-32D5-4FE9-8670-4625B5B74C4A}">
      <dsp:nvSpPr>
        <dsp:cNvPr id="0" name=""/>
        <dsp:cNvSpPr/>
      </dsp:nvSpPr>
      <dsp:spPr>
        <a:xfrm>
          <a:off x="6655229" y="1541736"/>
          <a:ext cx="1415039" cy="566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Modell regelmäßig validieren und weiterentwickeln</a:t>
          </a:r>
          <a:endParaRPr lang="en-US" sz="1200" kern="1200"/>
        </a:p>
      </dsp:txBody>
      <dsp:txXfrm>
        <a:off x="6655229" y="1541736"/>
        <a:ext cx="1415039" cy="56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AA5FA-BB28-4D9A-98E8-6A55D4B2E5C7}" type="datetimeFigureOut">
              <a:rPr lang="de-DE" smtClean="0"/>
              <a:t>10.09.2025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2FC68-4158-4971-B58B-9E81556703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97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Herzlich willkommen zu meiner Präsentation.</a:t>
            </a:r>
          </a:p>
          <a:p>
            <a:endParaRPr lang="de-DE" dirty="0"/>
          </a:p>
          <a:p>
            <a:r>
              <a:rPr lang="de-DE" dirty="0"/>
              <a:t>Wir beschäftigen uns heute mit einer zentralen Frage: </a:t>
            </a:r>
            <a:r>
              <a:rPr lang="de-DE" b="1" dirty="0"/>
              <a:t>Wie können wir Kredite so vergeben, dass wir Ausfälle vermeiden und trotzdem gute Geschäfte machen?</a:t>
            </a:r>
            <a:endParaRPr lang="de-DE" dirty="0"/>
          </a:p>
          <a:p>
            <a:endParaRPr lang="de-DE" dirty="0"/>
          </a:p>
          <a:p>
            <a:r>
              <a:rPr lang="de-DE" dirty="0"/>
              <a:t>Also: Wie erkennen wir, wer eher zurückzahlt – und wer ein Risiko ist</a:t>
            </a:r>
          </a:p>
          <a:p>
            <a:endParaRPr lang="de-DE" dirty="0"/>
          </a:p>
          <a:p>
            <a:r>
              <a:rPr lang="de-DE" dirty="0"/>
              <a:t>Genau dafür habe ich ein Risikomodell entwickelt und geprüft.</a:t>
            </a:r>
          </a:p>
          <a:p>
            <a:endParaRPr lang="de-DE" dirty="0"/>
          </a:p>
          <a:p>
            <a:r>
              <a:rPr lang="de-DE" dirty="0"/>
              <a:t>Ich zeige euch gleich, wie das Modell funktioniert, wie gut es trennt und was man daraus für die Praxis ableiten kann.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476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Dann starten wir direkt mit der Gliederung:</a:t>
            </a:r>
          </a:p>
          <a:p>
            <a:endParaRPr lang="de-DE" dirty="0"/>
          </a:p>
          <a:p>
            <a:r>
              <a:rPr lang="de-DE" dirty="0"/>
              <a:t>Ich starte mit der Zielsetzung: Warum brauchen wir überhaupt ein Risikomodell?</a:t>
            </a:r>
          </a:p>
          <a:p>
            <a:endParaRPr lang="de-DE" dirty="0"/>
          </a:p>
          <a:p>
            <a:r>
              <a:rPr lang="de-DE" dirty="0"/>
              <a:t>Danach schauen wir uns einmal den Datensatz, der mir zur Verfügung gestellt wurde selbst an</a:t>
            </a:r>
          </a:p>
          <a:p>
            <a:endParaRPr lang="de-DE" dirty="0"/>
          </a:p>
          <a:p>
            <a:r>
              <a:rPr lang="de-DE" dirty="0"/>
              <a:t>Dann stelle ich das Modell selbst vor: wie es aufgebaut ist und welche Faktoren einfließen.</a:t>
            </a:r>
          </a:p>
          <a:p>
            <a:endParaRPr lang="de-DE" dirty="0"/>
          </a:p>
          <a:p>
            <a:r>
              <a:rPr lang="de-DE" dirty="0"/>
              <a:t>Anschließend schauen wir, ob das Modell wirklich funktioniert: über Ausfallquoten, Korrelationen und eine Validierung</a:t>
            </a:r>
          </a:p>
          <a:p>
            <a:endParaRPr lang="de-DE" dirty="0"/>
          </a:p>
          <a:p>
            <a:r>
              <a:rPr lang="de-DE" dirty="0"/>
              <a:t>Dann zeige ich mit der Lift-Tabelle und Durchschnittswerten, wie gut das Modell Kunden trennt.</a:t>
            </a:r>
          </a:p>
          <a:p>
            <a:endParaRPr lang="de-DE" dirty="0"/>
          </a:p>
          <a:p>
            <a:r>
              <a:rPr lang="de-DE" dirty="0"/>
              <a:t>Zum Schluss wird es praktisch: Wie kann die Bank dieses Modell im Alltag nutzen </a:t>
            </a:r>
            <a:r>
              <a:rPr lang="de-DE" dirty="0" err="1"/>
              <a:t>undzwar</a:t>
            </a:r>
            <a:r>
              <a:rPr lang="de-DE" dirty="0"/>
              <a:t> mit einem Workload-Planner oder Red-</a:t>
            </a:r>
            <a:r>
              <a:rPr lang="de-DE" dirty="0" err="1"/>
              <a:t>Flag</a:t>
            </a:r>
            <a:r>
              <a:rPr lang="de-DE" dirty="0"/>
              <a:t>-Beispielen.</a:t>
            </a:r>
          </a:p>
          <a:p>
            <a:endParaRPr lang="de-DE" dirty="0"/>
          </a:p>
          <a:p>
            <a:r>
              <a:rPr lang="de-DE" dirty="0"/>
              <a:t>Und am Ende fasse ich die wichtigsten Erkenntnisse in Handlungsempfehlungen zusammen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4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Kommen wir zu der Zielsetzung unserer Analyse: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Die zentrale Frage, die wir beantworten wollen, lautet: </a:t>
            </a:r>
            <a:r>
              <a:rPr lang="de-DE" b="1" dirty="0"/>
              <a:t>Wie können wir Kreditrisiken frühzeitig erkennen und besser steuern?</a:t>
            </a:r>
          </a:p>
          <a:p>
            <a:endParaRPr lang="de-DE" b="1" dirty="0"/>
          </a:p>
          <a:p>
            <a:r>
              <a:rPr lang="de-DE" dirty="0"/>
              <a:t>Warum ist das wichtig? Jeder Kreditausfall bedeutet für die Bank einen Verlust. Und wenn wir die falschen Kunden finanzieren, können Verluste schnell sehr groß werden.</a:t>
            </a:r>
          </a:p>
          <a:p>
            <a:endParaRPr lang="de-DE" dirty="0"/>
          </a:p>
          <a:p>
            <a:r>
              <a:rPr lang="de-DE" dirty="0"/>
              <a:t>Unser Ziel ist deshalb nicht, </a:t>
            </a:r>
            <a:r>
              <a:rPr lang="de-DE" b="1" dirty="0"/>
              <a:t>keine Kredite mehr zu vergeben</a:t>
            </a:r>
            <a:r>
              <a:rPr lang="de-DE" dirty="0"/>
              <a:t> – sondern die richtigen Kredite, zu den richtigen Konditionen.</a:t>
            </a:r>
          </a:p>
          <a:p>
            <a:endParaRPr lang="de-DE" dirty="0"/>
          </a:p>
          <a:p>
            <a:r>
              <a:rPr lang="de-DE" dirty="0"/>
              <a:t>Dazu bilden wir klare Risikoklassen. So weiß jeder sofort: Ist das ein Kunde mit wenig Risiko oder mit viel Risiko.</a:t>
            </a:r>
          </a:p>
          <a:p>
            <a:endParaRPr lang="de-DE" dirty="0"/>
          </a:p>
          <a:p>
            <a:r>
              <a:rPr lang="de-DE" dirty="0"/>
              <a:t>Außerdem schauen wir, ob die Preisgestaltung passt. Also: bekommen riskantere Kunden wirklich höhere Zinsen und niedrigere Summen?</a:t>
            </a:r>
          </a:p>
          <a:p>
            <a:endParaRPr lang="de-DE" dirty="0"/>
          </a:p>
          <a:p>
            <a:r>
              <a:rPr lang="de-DE" dirty="0"/>
              <a:t>Zudem wollen wir die Prüfprozesse effizienter machen. Denn es macht keinen Sinn, alle Kredite gleich oft zu prüfen – wir wollen die riskanteren öfter anschauen und die sicheren seltener.</a:t>
            </a:r>
          </a:p>
          <a:p>
            <a:endParaRPr lang="de-DE" dirty="0"/>
          </a:p>
          <a:p>
            <a:r>
              <a:rPr lang="de-DE" dirty="0"/>
              <a:t>Dazu schauen wir uns auch einige Auffällige Beispiele an.</a:t>
            </a:r>
          </a:p>
          <a:p>
            <a:endParaRPr lang="de-DE" dirty="0"/>
          </a:p>
          <a:p>
            <a:r>
              <a:rPr lang="de-DE" dirty="0"/>
              <a:t>Zusammengefasst: Wir wollen Verluste reduzieren, aber gleichzeitig Zeit und Ressourcen sparen.</a:t>
            </a:r>
          </a:p>
          <a:p>
            <a:endParaRPr lang="de-DE" dirty="0"/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Damit ist klar, was wir erreichen wollen. Bevor wir ins Modell gehen, ein kurzer Blick auf die Datenbasis und die Methodik.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21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Ganz kurz ein paar Worte zu den Daten und zur Methodik.</a:t>
            </a:r>
          </a:p>
          <a:p>
            <a:endParaRPr lang="de-DE" dirty="0"/>
          </a:p>
          <a:p>
            <a:r>
              <a:rPr lang="de-DE" dirty="0"/>
              <a:t>Die Basis war das </a:t>
            </a:r>
            <a:r>
              <a:rPr lang="de-DE" dirty="0" err="1"/>
              <a:t>Credit</a:t>
            </a:r>
            <a:r>
              <a:rPr lang="de-DE" dirty="0"/>
              <a:t> Risk Dataset, mit </a:t>
            </a:r>
            <a:r>
              <a:rPr lang="de-DE" dirty="0" err="1"/>
              <a:t>ca</a:t>
            </a:r>
            <a:r>
              <a:rPr lang="de-DE" dirty="0"/>
              <a:t> 30 </a:t>
            </a:r>
            <a:r>
              <a:rPr lang="de-DE" dirty="0" err="1"/>
              <a:t>tsd.</a:t>
            </a:r>
            <a:r>
              <a:rPr lang="de-DE" dirty="0"/>
              <a:t> Kreditverträgen.</a:t>
            </a:r>
          </a:p>
          <a:p>
            <a:endParaRPr lang="de-DE" dirty="0"/>
          </a:p>
          <a:p>
            <a:r>
              <a:rPr lang="de-DE" dirty="0"/>
              <a:t>Die wichtigsten Variablen sind Einkommen, Kreditsumme, Zinsen, Beschäftigungsdauer und Wohneigentum.</a:t>
            </a:r>
          </a:p>
          <a:p>
            <a:endParaRPr lang="de-DE" dirty="0"/>
          </a:p>
          <a:p>
            <a:r>
              <a:rPr lang="de-DE" dirty="0"/>
              <a:t>Fehlende Werte habe ich bereinigt – damit das Modell vollständig arbeiten kann.</a:t>
            </a:r>
          </a:p>
          <a:p>
            <a:endParaRPr lang="de-DE" dirty="0"/>
          </a:p>
          <a:p>
            <a:r>
              <a:rPr lang="de-DE" dirty="0"/>
              <a:t>Auf dieser Grundlage habe ich eine Punkte-Logik aufgebaut, die dann den Risikoscore berechnet.</a:t>
            </a:r>
          </a:p>
          <a:p>
            <a:endParaRPr lang="de-DE" dirty="0"/>
          </a:p>
          <a:p>
            <a:r>
              <a:rPr lang="de-DE" dirty="0"/>
              <a:t>Mehr will ich an dieser Stelle zu dem Datensatz gar nicht sagen, weil wir uns ja auf die Ergebnisse konzentrieren wollen.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Jetzt wissen wir, welche Daten wir nutzen – und damit schauen wir uns an, wie das Risikomodell aufgebaut ist.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8627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hier ist das Herzstück meiner Arbeit: das Risikomodell.</a:t>
            </a:r>
          </a:p>
          <a:p>
            <a:endParaRPr lang="de-DE" dirty="0"/>
          </a:p>
          <a:p>
            <a:r>
              <a:rPr lang="de-DE" dirty="0"/>
              <a:t>Ich habe sechs Faktoren ausgewählt, die alle einen Einfluss auf das Kreditrisiko haben.</a:t>
            </a:r>
          </a:p>
          <a:p>
            <a:endParaRPr lang="de-DE" dirty="0"/>
          </a:p>
          <a:p>
            <a:r>
              <a:rPr lang="de-DE" dirty="0"/>
              <a:t>Der erste ist der </a:t>
            </a:r>
            <a:r>
              <a:rPr lang="de-DE" dirty="0" err="1"/>
              <a:t>Loan</a:t>
            </a:r>
            <a:r>
              <a:rPr lang="de-DE" dirty="0"/>
              <a:t>-Grade bzw. der Kredit-Grade. Das ist eine Art Bonitätsklasse, die den Kreditnehmer schon grob einschätzt.</a:t>
            </a:r>
          </a:p>
          <a:p>
            <a:endParaRPr lang="de-DE" dirty="0"/>
          </a:p>
          <a:p>
            <a:r>
              <a:rPr lang="de-DE" dirty="0"/>
              <a:t>Zweitens das Einkommen – je mehr jemand verdient, desto einfacher ist die Rückzahlung.</a:t>
            </a:r>
          </a:p>
          <a:p>
            <a:endParaRPr lang="de-DE" dirty="0"/>
          </a:p>
          <a:p>
            <a:r>
              <a:rPr lang="de-DE" dirty="0"/>
              <a:t>Drittens die Kreditsumme. Klar: je größer der Kredit, desto größer auch das Risiko für die Bank.</a:t>
            </a:r>
          </a:p>
          <a:p>
            <a:endParaRPr lang="de-DE" dirty="0"/>
          </a:p>
          <a:p>
            <a:r>
              <a:rPr lang="de-DE" dirty="0"/>
              <a:t>Viertens die Einkommensbelastung, also wie viel Prozent des Einkommens für die Rückzahlung gebraucht werden. Wenn das sehr hoch ist, steigt das Risiko.</a:t>
            </a:r>
          </a:p>
          <a:p>
            <a:endParaRPr lang="de-DE" dirty="0"/>
          </a:p>
          <a:p>
            <a:r>
              <a:rPr lang="de-DE" dirty="0"/>
              <a:t>Fünftens die Beschäftigungsdauer: Wer lange im Job ist, ist stabiler als jemand, der erst seit kurzem oder gar nicht arbeitet.</a:t>
            </a:r>
          </a:p>
          <a:p>
            <a:endParaRPr lang="de-DE" dirty="0"/>
          </a:p>
          <a:p>
            <a:r>
              <a:rPr lang="de-DE" dirty="0"/>
              <a:t>Und sechstens das Wohneigentum: Eigentum bedeutet mehr Sicherheit, Miete eher weniger.</a:t>
            </a:r>
          </a:p>
          <a:p>
            <a:endParaRPr lang="de-DE" dirty="0"/>
          </a:p>
          <a:p>
            <a:r>
              <a:rPr lang="de-DE" dirty="0"/>
              <a:t>Alle diese Faktoren übersetze ich in Punkte – und die Summe ergibt den Risikoscore.</a:t>
            </a:r>
          </a:p>
          <a:p>
            <a:endParaRPr lang="de-DE" dirty="0"/>
          </a:p>
          <a:p>
            <a:r>
              <a:rPr lang="de-DE" dirty="0"/>
              <a:t>Das ist wie ein kleines Punktespiel, jeder Kunde durchläuft einmal dieses </a:t>
            </a:r>
            <a:r>
              <a:rPr lang="de-DE" dirty="0" err="1"/>
              <a:t>Punktescoring</a:t>
            </a:r>
            <a:r>
              <a:rPr lang="de-DE" dirty="0"/>
              <a:t> und erhält eine Punktzahl passend zu </a:t>
            </a:r>
            <a:r>
              <a:rPr lang="de-DE"/>
              <a:t>seinen Einwertungen: </a:t>
            </a:r>
            <a:r>
              <a:rPr lang="de-DE" dirty="0"/>
              <a:t>viele Punkte = viel Risiko, wenige Punkte = wenig Risiko.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Zusammengefasst: </a:t>
            </a:r>
          </a:p>
          <a:p>
            <a:endParaRPr lang="de-DE" dirty="0"/>
          </a:p>
          <a:p>
            <a:r>
              <a:rPr lang="de-DE" dirty="0"/>
              <a:t>Ein gutes Risikomodell bringt uns drei Dinge: Erstens Klarheit, welche Kunden eher sicher sind. Zweitens Transparenz für die Kreditberater. Und drittens eine faire Preisgestaltung: Hoher Score bedeutet höheres Risiko, also höhere Zinsen.</a:t>
            </a:r>
          </a:p>
          <a:p>
            <a:endParaRPr lang="de-DE" dirty="0"/>
          </a:p>
          <a:p>
            <a:r>
              <a:rPr lang="de-DE" dirty="0"/>
              <a:t>Und am Ende ist es wie eine Ampel: grün, gelb, rot – damit Entscheidungen einfach nachvollziehbar sind.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18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sehen wir die Ausfallquoten nach Risikoklasse.</a:t>
            </a:r>
          </a:p>
          <a:p>
            <a:endParaRPr lang="de-DE" dirty="0"/>
          </a:p>
          <a:p>
            <a:r>
              <a:rPr lang="de-DE" dirty="0"/>
              <a:t>Ganz links, bei ‚Sehr niedrig‘, fällt nur ein sehr kleiner Teil der Kredite aus.</a:t>
            </a:r>
          </a:p>
          <a:p>
            <a:endParaRPr lang="de-DE" dirty="0"/>
          </a:p>
          <a:p>
            <a:r>
              <a:rPr lang="de-DE" dirty="0"/>
              <a:t>Je weiter wir nach rechts gehen, desto höher steigt die Ausfallquote. Bis hin zu fast 97%.</a:t>
            </a:r>
          </a:p>
          <a:p>
            <a:endParaRPr lang="de-DE" dirty="0"/>
          </a:p>
          <a:p>
            <a:r>
              <a:rPr lang="de-DE" dirty="0"/>
              <a:t>Das zeigt uns: Das Modell trennt die Kunden tatsächlich in sinnvolle Risikogruppen.</a:t>
            </a:r>
          </a:p>
          <a:p>
            <a:endParaRPr lang="de-DE" dirty="0"/>
          </a:p>
          <a:p>
            <a:r>
              <a:rPr lang="de-DE" dirty="0"/>
              <a:t>Einfach gesagt: Je höher die Klasse, desto wahrscheinlicher der Ausfall.</a:t>
            </a:r>
          </a:p>
          <a:p>
            <a:endParaRPr lang="de-DE" dirty="0"/>
          </a:p>
          <a:p>
            <a:r>
              <a:rPr lang="de-DE" dirty="0"/>
              <a:t>Genau das wollen wir erreichen, weil wir so schon vor der Kreditvergabe einschätzen können, wie riskant ein Kunde ist.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5453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sehen wir nochmal schön die alle Durchschnittswerte pro Risikoklasse – also wie sich Kreditzinsen, Kreditsummen oder Belastungen über die Klassen hinweg verhalten.</a:t>
            </a:r>
          </a:p>
          <a:p>
            <a:endParaRPr lang="de-DE" dirty="0"/>
          </a:p>
          <a:p>
            <a:r>
              <a:rPr lang="de-DE" dirty="0"/>
              <a:t>Was sofort auffällt: Bei den riskanteren Klassen sind die Zinsen im Schnitt höher. Das zeigt, dass unsere Bank das höhere Risiko teilweise schon einpreist.</a:t>
            </a:r>
          </a:p>
          <a:p>
            <a:endParaRPr lang="de-DE" dirty="0"/>
          </a:p>
          <a:p>
            <a:r>
              <a:rPr lang="de-DE" dirty="0"/>
              <a:t>Auch die Kreditsummen steigen bei manchen riskanteren Klassen an – was natürlich gefährlich ist: Hohe Kredite bei hohem Risiko können schnell teuer für uns werden.</a:t>
            </a:r>
          </a:p>
          <a:p>
            <a:endParaRPr lang="de-DE" dirty="0"/>
          </a:p>
          <a:p>
            <a:r>
              <a:rPr lang="de-DE" dirty="0"/>
              <a:t>Bei den sicheren Klassen sind die Zinsen niedriger und die Summen oft kleiner. Das passt zu unserer Erwartung</a:t>
            </a:r>
          </a:p>
          <a:p>
            <a:endParaRPr lang="de-DE" dirty="0"/>
          </a:p>
          <a:p>
            <a:r>
              <a:rPr lang="de-DE" dirty="0"/>
              <a:t>Das Bild bestätigt also: Unser Risikoscore spiegelt sich nicht nur in den Ausfällen, sondern auch in den vergebenen Konditionen wider.</a:t>
            </a:r>
          </a:p>
          <a:p>
            <a:endParaRPr lang="de-DE" dirty="0"/>
          </a:p>
          <a:p>
            <a:r>
              <a:rPr lang="de-DE" dirty="0"/>
              <a:t>Das heißt: Die Bank reagiert teilweise schon auf Risiko – aber nicht konsequent genug, sonst hätten wir eine perfekte Linie.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015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habe ich überprüft, ob unser Risikoscore wirklich etwas mit den tatsächlichen Ausfällen zu tun hat.</a:t>
            </a:r>
          </a:p>
          <a:p>
            <a:endParaRPr lang="de-DE" dirty="0"/>
          </a:p>
          <a:p>
            <a:r>
              <a:rPr lang="de-DE" dirty="0"/>
              <a:t>Dafür habe ich die sogenannte Korrelation berechnet. Ganz einfach gesagt: Korrelation misst, ob zwei Dinge zusammenlaufen.</a:t>
            </a:r>
          </a:p>
          <a:p>
            <a:endParaRPr lang="de-DE" dirty="0"/>
          </a:p>
          <a:p>
            <a:r>
              <a:rPr lang="de-DE" dirty="0"/>
              <a:t>+1 wäre ein perfekter Zusammenhang: je höher der Score, desto sicherer immer ein Ausfall. 0 heißt: gar kein Zusammenhang.</a:t>
            </a:r>
          </a:p>
          <a:p>
            <a:endParaRPr lang="de-DE" dirty="0"/>
          </a:p>
          <a:p>
            <a:r>
              <a:rPr lang="de-DE" dirty="0"/>
              <a:t>Unser Wert liegt bei 0,49 – also ein klar positiver Zusammenhang, aber eben nicht perfekt.</a:t>
            </a:r>
          </a:p>
          <a:p>
            <a:endParaRPr lang="de-DE" dirty="0"/>
          </a:p>
          <a:p>
            <a:r>
              <a:rPr lang="de-DE" dirty="0"/>
              <a:t>Das bedeutet: Je höher der Score, desto häufiger der Ausfall – aber es gibt auch Ausreißer.</a:t>
            </a:r>
          </a:p>
          <a:p>
            <a:endParaRPr lang="de-DE" dirty="0"/>
          </a:p>
          <a:p>
            <a:r>
              <a:rPr lang="de-DE" dirty="0"/>
              <a:t>Zum Beispiel: Manche Kunden mit schlechtem Score zahlen trotzdem ordentlich zurück. Und manchmal bekommen Kunden mit gutem Score Kredite, die dann doch ausfallen. Was ein Hinweis auf Verbesserungspotenzial in der Kreditpolitik ist.</a:t>
            </a:r>
          </a:p>
          <a:p>
            <a:endParaRPr lang="de-DE" dirty="0"/>
          </a:p>
          <a:p>
            <a:r>
              <a:rPr lang="de-DE" dirty="0"/>
              <a:t>Das ist auch realistisch: 0,49 ist stark genug, um von einem sinnvollen Modell zu sprechen.</a:t>
            </a:r>
          </a:p>
          <a:p>
            <a:endParaRPr lang="de-DE" dirty="0"/>
          </a:p>
          <a:p>
            <a:r>
              <a:rPr lang="de-DE" dirty="0"/>
              <a:t>Für uns heißt das: Der Score ist eine gute Orientierung, ersetzt aber nicht den gesunden Menschenverstand des Kreditprüfers.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387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 der zweiten Validierung habe ich geprüft, ob sich das Risiko auch in der Preisgestaltung widerspiegelt.</a:t>
            </a:r>
          </a:p>
          <a:p>
            <a:endParaRPr lang="de-DE" dirty="0"/>
          </a:p>
          <a:p>
            <a:r>
              <a:rPr lang="de-DE" dirty="0"/>
              <a:t>Die Idee ist simpel: Wenn jemand riskanter ist, sollte er eigentlich auch höhere Zinsen zahlen.</a:t>
            </a:r>
          </a:p>
          <a:p>
            <a:endParaRPr lang="de-DE" dirty="0"/>
          </a:p>
          <a:p>
            <a:r>
              <a:rPr lang="de-DE" dirty="0"/>
              <a:t>Wir haben die Korrelation berechnet und kommen auf rund 0,5 – also ein mittlerer, klarer Zusammenhang.</a:t>
            </a:r>
          </a:p>
          <a:p>
            <a:endParaRPr lang="de-DE" dirty="0"/>
          </a:p>
          <a:p>
            <a:r>
              <a:rPr lang="de-DE" dirty="0"/>
              <a:t>Das heißt: Im Durchschnitt steigen die Zinsen mit dem Risiko</a:t>
            </a:r>
          </a:p>
          <a:p>
            <a:endParaRPr lang="de-DE" dirty="0"/>
          </a:p>
          <a:p>
            <a:r>
              <a:rPr lang="de-DE" dirty="0"/>
              <a:t>Aber: Es ist nicht perfekt. Manche riskante Kunden haben trotzdem relativ niedrige Zinsen, und manche sichere Kunden zahlen überraschend hohe Zinsen.</a:t>
            </a:r>
          </a:p>
          <a:p>
            <a:endParaRPr lang="de-DE" dirty="0"/>
          </a:p>
          <a:p>
            <a:r>
              <a:rPr lang="de-DE" dirty="0"/>
              <a:t>Das kann daran liegen, dass Berater manchmal Spielräume nutzen oder dass Preise nicht immer streng risikobasiert vergeben wurden.</a:t>
            </a:r>
          </a:p>
          <a:p>
            <a:endParaRPr lang="de-DE" dirty="0"/>
          </a:p>
          <a:p>
            <a:r>
              <a:rPr lang="de-DE" dirty="0"/>
              <a:t>Die Erkenntnis ist: Unser Modell passt auch zur Preislogik – aber es zeigt, dass man die Vergabeprozesse noch konsequenter am Risiko ausrichten sollte.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1008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sehen wir die Lift-Tabelle – das ist eine sehr anschauliche Art, die </a:t>
            </a:r>
            <a:r>
              <a:rPr lang="de-DE"/>
              <a:t>Güte meines </a:t>
            </a:r>
            <a:r>
              <a:rPr lang="de-DE" dirty="0"/>
              <a:t>Modells zu prüfen.</a:t>
            </a:r>
          </a:p>
          <a:p>
            <a:endParaRPr lang="de-DE" dirty="0"/>
          </a:p>
          <a:p>
            <a:r>
              <a:rPr lang="de-DE" dirty="0"/>
              <a:t>Wir sortieren alle Kunden nach Risikoscore und teilen sie in 10 gleich große Gruppen – die Dezile.</a:t>
            </a:r>
          </a:p>
          <a:p>
            <a:endParaRPr lang="de-DE" dirty="0"/>
          </a:p>
          <a:p>
            <a:r>
              <a:rPr lang="de-DE" dirty="0"/>
              <a:t>Dezil 1 enthält die riskantesten Kunden, Dezil 10 die sichersten.</a:t>
            </a:r>
          </a:p>
          <a:p>
            <a:endParaRPr lang="de-DE" dirty="0"/>
          </a:p>
          <a:p>
            <a:r>
              <a:rPr lang="de-DE" dirty="0"/>
              <a:t>Das Ergebnis ist klar: In den obersten Dezilen konzentrieren sich die allermeisten Ausfälle.</a:t>
            </a:r>
          </a:p>
          <a:p>
            <a:endParaRPr lang="de-DE" dirty="0"/>
          </a:p>
          <a:p>
            <a:r>
              <a:rPr lang="de-DE" dirty="0"/>
              <a:t>Zum Beispiel: Schon die obersten 3 Dezile enthalten fast 70 % aller Ausfälle.</a:t>
            </a:r>
          </a:p>
          <a:p>
            <a:r>
              <a:rPr lang="de-DE" dirty="0"/>
              <a:t>Verweis auf das Diagramm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Das heißt: Wenn wir dort den Fokus legen, haben wir den Großteil des Risikos unter Kontrolle.</a:t>
            </a:r>
          </a:p>
          <a:p>
            <a:endParaRPr lang="de-DE" dirty="0"/>
          </a:p>
          <a:p>
            <a:r>
              <a:rPr lang="de-DE" dirty="0"/>
              <a:t>Die unteren Dezile sind dagegen fast ausfallsicher – da lohnt sich viel weniger Aufwand.</a:t>
            </a:r>
          </a:p>
          <a:p>
            <a:endParaRPr lang="de-DE" dirty="0"/>
          </a:p>
          <a:p>
            <a:r>
              <a:rPr lang="de-DE" dirty="0"/>
              <a:t>Genau das macht ein Risikomodell wertvoll: Es trennt Kunden so, dass wir unsere Ressourcen gezielt einsetzen können – statt alle gleich zu behandeln.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66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Nachdem wir gesehen haben, dass das Modell funktioniert, kommt jetzt die Frage: Wie setzen wir das in der Praxis um?</a:t>
            </a:r>
          </a:p>
          <a:p>
            <a:endParaRPr lang="de-DE" dirty="0"/>
          </a:p>
          <a:p>
            <a:r>
              <a:rPr lang="de-DE" dirty="0"/>
              <a:t>Die Antwort ist dieser Workload-Planner.</a:t>
            </a:r>
          </a:p>
          <a:p>
            <a:endParaRPr lang="de-DE" dirty="0"/>
          </a:p>
          <a:p>
            <a:r>
              <a:rPr lang="de-DE" dirty="0"/>
              <a:t>Er zeigt, wie oft wir Kredite je nach Risikoklasse prüfen sollten.</a:t>
            </a:r>
          </a:p>
          <a:p>
            <a:endParaRPr lang="de-DE" dirty="0"/>
          </a:p>
          <a:p>
            <a:r>
              <a:rPr lang="de-DE" dirty="0"/>
              <a:t>Das Prinzip ist einfach: sichere Kredite prüfen wir selten, riskante Kredite deutlich häufiger.</a:t>
            </a:r>
          </a:p>
          <a:p>
            <a:endParaRPr lang="de-DE" dirty="0"/>
          </a:p>
          <a:p>
            <a:r>
              <a:rPr lang="de-DE" dirty="0"/>
              <a:t>So können wir unsere Prüfkapazitäten dort einsetzen, wo sie am meisten bringen.</a:t>
            </a:r>
          </a:p>
          <a:p>
            <a:endParaRPr lang="de-DE" dirty="0"/>
          </a:p>
          <a:p>
            <a:r>
              <a:rPr lang="de-DE" dirty="0"/>
              <a:t>Zum Beispiel: ‚Sehr niedrig‘ prüfen wir nur alle zwei Jahre, ‚Niedrig‘ und ‚Mittel‘ einmal pro Jahr, ‚Hoch‘ zweimal, ‚Sehr Hoch‘ sogar viermal pro Jahr</a:t>
            </a:r>
          </a:p>
          <a:p>
            <a:endParaRPr lang="de-DE" dirty="0"/>
          </a:p>
          <a:p>
            <a:r>
              <a:rPr lang="de-DE" dirty="0"/>
              <a:t>Damit schaffen wir einen klaren, nachvollziehbaren Rhythmus.</a:t>
            </a:r>
          </a:p>
          <a:p>
            <a:endParaRPr lang="de-DE" i="1" dirty="0"/>
          </a:p>
          <a:p>
            <a:r>
              <a:rPr lang="de-DE" dirty="0"/>
              <a:t>Die Vorteile: Wir sparen Zeit bei sicheren Kunden und konzentrieren uns auf die, die wirklich Probleme machen könnten.</a:t>
            </a:r>
          </a:p>
          <a:p>
            <a:endParaRPr lang="de-DE" dirty="0"/>
          </a:p>
          <a:p>
            <a:r>
              <a:rPr lang="de-DE" dirty="0"/>
              <a:t>So übersetzen wir das Modell direkt in konkrete Arbeitsprozesse.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857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habe ich ein paar Red-</a:t>
            </a:r>
            <a:r>
              <a:rPr lang="de-DE" dirty="0" err="1"/>
              <a:t>Flag</a:t>
            </a:r>
            <a:r>
              <a:rPr lang="de-DE" dirty="0"/>
              <a:t>-Beispiele mitgebracht – also Fälle, bei denen man sofort hellhörig werden sollte.</a:t>
            </a:r>
          </a:p>
          <a:p>
            <a:endParaRPr lang="de-DE" dirty="0"/>
          </a:p>
          <a:p>
            <a:r>
              <a:rPr lang="de-DE" dirty="0"/>
              <a:t>Das können zum Beispiel Kunden mit sehr niedrigem Einkommen und gleichzeitig sehr hoher Kreditbelastung sein.</a:t>
            </a:r>
          </a:p>
          <a:p>
            <a:endParaRPr lang="de-DE" dirty="0"/>
          </a:p>
          <a:p>
            <a:r>
              <a:rPr lang="de-DE" dirty="0"/>
              <a:t>Oder Fälle, wo jemand nur eine sehr kurze Beschäftigungsdauer hat, aber trotzdem einen hohen Kredit bekommt.</a:t>
            </a:r>
          </a:p>
          <a:p>
            <a:endParaRPr lang="de-DE" dirty="0"/>
          </a:p>
          <a:p>
            <a:r>
              <a:rPr lang="de-DE" dirty="0"/>
              <a:t>Auch auffällig: Kunden mit schlechtem Risikoscore, die trotzdem extrem niedrige Zinsen haben – das passt nicht zusammen.</a:t>
            </a:r>
          </a:p>
          <a:p>
            <a:endParaRPr lang="de-DE" dirty="0"/>
          </a:p>
          <a:p>
            <a:r>
              <a:rPr lang="de-DE" dirty="0"/>
              <a:t>Solche Red-Flags sind wichtig, weil sie uns zeigen: Hier müssen wir genauer hinschauen, auch wenn die Zahlen auf den ersten Blick gut aussehen.</a:t>
            </a:r>
          </a:p>
          <a:p>
            <a:endParaRPr lang="de-DE" dirty="0"/>
          </a:p>
          <a:p>
            <a:r>
              <a:rPr lang="de-DE" dirty="0"/>
              <a:t>Für uns als Bank bedeutet das: Wir können typische Muster von Risiko schneller erkennen und vermeiden so teure Fehler.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999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Bevor wir über konkrete nächste Schritte sprechen, fasse ich die Kernergebnisse kurz zusammen.</a:t>
            </a:r>
          </a:p>
          <a:p>
            <a:endParaRPr lang="de-DE" dirty="0"/>
          </a:p>
          <a:p>
            <a:r>
              <a:rPr lang="de-DE" dirty="0"/>
              <a:t>Erstens: Das Modell trennt die Kunden klar nach Risiko – die Ausfallquoten steigen von ‚Sehr niedrig‘ bis ‚Sehr hoch‘ deutlich an.</a:t>
            </a:r>
          </a:p>
          <a:p>
            <a:endParaRPr lang="de-DE" dirty="0"/>
          </a:p>
          <a:p>
            <a:r>
              <a:rPr lang="de-DE" dirty="0"/>
              <a:t>Zweitens: Auch Zinsen und Konditionen spiegeln das Risiko wider – wenn auch noch nicht perfekt.</a:t>
            </a:r>
          </a:p>
          <a:p>
            <a:endParaRPr lang="de-DE" dirty="0"/>
          </a:p>
          <a:p>
            <a:r>
              <a:rPr lang="de-DE" dirty="0"/>
              <a:t>Drittens: Das Modell ist einfach, transparent und lässt sich sofort in der Praxis nutzen.</a:t>
            </a:r>
          </a:p>
          <a:p>
            <a:endParaRPr lang="de-DE" dirty="0"/>
          </a:p>
          <a:p>
            <a:r>
              <a:rPr lang="de-DE" dirty="0"/>
              <a:t>Kurz gesagt: Wir haben ein Werkzeug, das Risiko sichtbar macht, Ausfälle reduziert und unsere Prozesse effizienter machen kann.</a:t>
            </a:r>
          </a:p>
          <a:p>
            <a:endParaRPr lang="de-DE" dirty="0"/>
          </a:p>
          <a:p>
            <a:r>
              <a:rPr lang="de-DE" dirty="0"/>
              <a:t>Und genau daraus ergeben sich nun die konkreten Handlungsempfehlungen.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9842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Auf Basis dieser Erkenntnisse habe ich konkrete Empfehlungen entwickelt.</a:t>
            </a:r>
          </a:p>
          <a:p>
            <a:endParaRPr lang="de-DE" dirty="0"/>
          </a:p>
          <a:p>
            <a:r>
              <a:rPr lang="de-DE" dirty="0"/>
              <a:t>Erstens: Wir sollten die Risikoklassen aktiv in den Kreditprozess einbauen – das heißt, jede Entscheidung basiert auf dieser Einordnung.</a:t>
            </a:r>
          </a:p>
          <a:p>
            <a:endParaRPr lang="de-DE" dirty="0"/>
          </a:p>
          <a:p>
            <a:r>
              <a:rPr lang="de-DE" dirty="0"/>
              <a:t>Zweitens: Die Preisgestaltung sollte noch konsequenter am Risiko ausgerichtet sein. Hoher Score = höheres Risiko = höherer Zinssatz</a:t>
            </a:r>
          </a:p>
          <a:p>
            <a:endParaRPr lang="de-DE" dirty="0"/>
          </a:p>
          <a:p>
            <a:r>
              <a:rPr lang="de-DE" dirty="0"/>
              <a:t>Drittens: Mit dem Workload-Planner können wir unsere Prüfressourcen gezielt steuern – riskante Kredite häufiger prüfen, sichere seltener.</a:t>
            </a:r>
          </a:p>
          <a:p>
            <a:endParaRPr lang="de-DE" dirty="0"/>
          </a:p>
          <a:p>
            <a:r>
              <a:rPr lang="de-DE" dirty="0"/>
              <a:t>Viertens: Red-</a:t>
            </a:r>
            <a:r>
              <a:rPr lang="de-DE" dirty="0" err="1"/>
              <a:t>Flag</a:t>
            </a:r>
            <a:r>
              <a:rPr lang="de-DE" dirty="0"/>
              <a:t>-Fälle müssen sofort auffallen. Wenn etwas nicht passt – zum Beispiel sehr hoher Kredit trotz sehr niedrigem Einkommen – sollte das automatisch eskaliert bzw. geprüft werden.</a:t>
            </a:r>
          </a:p>
          <a:p>
            <a:endParaRPr lang="de-DE" dirty="0"/>
          </a:p>
          <a:p>
            <a:r>
              <a:rPr lang="de-DE" dirty="0"/>
              <a:t>Und fünftens: Das Modell sollte regelmäßig überprüft und angepasst werden. Märkte ändern sich, Kunden ändern sich – deshalb müssen auch unsere Modelle mit der Zeit gehen.</a:t>
            </a:r>
          </a:p>
          <a:p>
            <a:endParaRPr lang="de-DE" dirty="0"/>
          </a:p>
          <a:p>
            <a:r>
              <a:rPr lang="de-DE" dirty="0"/>
              <a:t>Zusammengefasst: Das Modell ist nicht nur eine Zahlenspielerei – es kann wirklich helfen, Verluste zu reduzieren, Gewinne zu sichern und den gesamten Kreditprozess effizienter zu machen.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Damit schließt sich der Kreis: Wir haben Risiko messbar gemacht, wir wissen, dass das Modell funktioniert – und wir haben konkrete Schritte, wie wir das Wissen sofort umsetzen können.</a:t>
            </a:r>
          </a:p>
          <a:p>
            <a:endParaRPr lang="de-DE" dirty="0"/>
          </a:p>
          <a:p>
            <a:r>
              <a:rPr lang="de-DE" dirty="0"/>
              <a:t>Das ist der Weg, wie wir Verluste reduzieren, Effizienz steigern und bessere Kreditentscheidungen treffen.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714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Vielen Dank für eure Aufmerksamkeit. Bei Fragen zögert nicht, ich freue mich diese zu beantworten.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2FC68-4158-4971-B58B-9E815567038A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9584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67BD2E-1BA5-53A7-8477-EF284D15F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E7727-C759-4811-8668-A695F8BDD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C0A27E-7CD6-A275-A9C3-DD5151FA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0233A-96D7-4A3C-89F0-473BB9B1DCD6}" type="datetime1">
              <a:rPr lang="de-DE" smtClean="0"/>
              <a:t>10.09.2025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FCD056-6D9A-F03F-70FC-608AA764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FD855F-4E5D-477B-8B82-CF1798AC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571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15851-715A-6FEE-B8AD-A7DE4FC0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B15499-3008-7E7A-F4DC-BFB97F85C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38749A-3DEC-7E6F-375C-1E9B0C73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5B795-7EFD-4BF4-BBA1-61791BDB322F}" type="datetime1">
              <a:rPr lang="de-DE" smtClean="0"/>
              <a:t>10.09.2025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69C31D-05BE-972A-7FDA-CEA2FCA3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A1A4CB-351C-7943-5264-33C9D923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8765" y="5718969"/>
            <a:ext cx="27432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B23192BB-0865-45A1-A6ED-5548F29CB252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408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D34D9-46F8-229B-33CB-71A6CC2A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4B15D5-6EF3-9012-6A72-63C5DB5AF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7E4225-0EB2-255E-DD76-66D72229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31996-61EE-4325-8023-DB3D8D2E5401}" type="datetime1">
              <a:rPr lang="de-DE" smtClean="0"/>
              <a:t>10.09.2025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793F15-B14B-ABB6-FAC0-EABBECCF0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5F9F3E-E750-A7CD-2A4B-BC41528F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906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C77FF3-607D-1D83-A01F-FD8C9C2D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2E45A9-3787-0ED0-4EFC-3A8CA029F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C87594-03B3-72C5-4D10-B8F9F8855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637629-492B-BD1B-8F22-230417CE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B3C5-9317-4479-BAC4-E89BBBAE69CB}" type="datetime1">
              <a:rPr lang="de-DE" smtClean="0"/>
              <a:t>10.09.2025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07CB331-686C-DCD8-5B19-CAD41D46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F98412-2199-2869-D3BB-BE00B34C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57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11A0B6-D79F-7FC0-69AF-62AF9F159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0DCBE1-4D7A-BB9D-D137-EB27F4B00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058F016-133E-DC2F-74B7-772C59F1A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FFE03C-86AB-E448-ED76-75DB8166C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1B55DC9-F773-F8D2-777C-355501FA9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E2AA0E9-E9AF-0F5C-F381-B6AE00FA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E0CE-9634-4314-9E39-E106A6F6B17E}" type="datetime1">
              <a:rPr lang="de-DE" smtClean="0"/>
              <a:t>10.09.2025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64ECD9E-112C-4C4C-449A-1B4F0D81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AF8C9E7-8F99-C2E6-70CC-D9061931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47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539AF5-D43D-0D4F-A5A6-477C5384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5A6C8A-3DB5-42D2-F220-53E049BA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337B1-036C-4878-ACDE-CEE0CDD1044A}" type="datetime1">
              <a:rPr lang="de-DE" smtClean="0"/>
              <a:t>10.09.2025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94E9C5-76C2-7F7D-0F04-98AD4998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2AF39F-3C6B-D9C6-E874-87026C5A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68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1568C29-9730-3F77-E9BB-E6D18381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A2C9D-FC3E-4462-9CD4-654AE018D3A2}" type="datetime1">
              <a:rPr lang="de-DE" smtClean="0"/>
              <a:t>10.09.2025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285810-0802-D32C-6476-217FFC96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E4AD2D-EB7B-4F9E-B21E-C666671D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602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1C896-2258-6A92-28EF-27E76284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8DE6D6-AE84-8200-EC8C-A73864424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A7D1B4-F5C3-8C34-A64B-C86A05A0E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F9E215-162D-614D-BF08-ED065C62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14C1D-F69F-4F49-B5B0-C9943FEBEB0C}" type="datetime1">
              <a:rPr lang="de-DE" smtClean="0"/>
              <a:t>10.09.2025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6676D1-93B5-3921-57C0-11CEB485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92EF0-17F4-C868-AC78-5B3FFA5D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98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FC9EC-A75F-08B1-E50B-12DD38DB8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CD739CB-A4B3-3E98-FB16-3B1C1C2A1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063EEF-3F70-CCE3-41F3-9AC2F4BEB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419539-04B9-F560-CA71-133A1132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A7F64-8CA0-476B-8F76-847D0FD65361}" type="datetime1">
              <a:rPr lang="de-DE" smtClean="0"/>
              <a:t>10.09.2025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823B92-A192-F8DE-6072-F3B9C6C2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B24816-2B0F-940A-B267-0EDEDD6F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8230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BDD499-E97D-88A7-7408-2CAF6A99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8984B5A-C8C1-BC14-A3F6-9EC5E2097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2C9ABB-0FA2-CAD3-7772-FACEE099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FDAD1-B2F1-4428-B9D6-757DA4DAD550}" type="datetime1">
              <a:rPr lang="de-DE" smtClean="0"/>
              <a:t>10.09.2025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A09993-A699-2410-4B86-6C0999C8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6FBD93-50FC-42E2-7970-D6FD6E39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2409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C9EE33-282B-0E4E-5059-1906AC120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D67CF3-DA2D-2E99-4639-47165223F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11281B-3054-4612-FD80-F120E67EC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99E62-9CBC-4512-A134-CCC97E7DEF2F}" type="datetime1">
              <a:rPr lang="de-DE" smtClean="0"/>
              <a:t>10.09.2025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347574-72F4-7BB9-2203-DE0B1C4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DB53A5-F867-B075-D192-264E0144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65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D3000F-9AF9-FABB-22CE-6F49CD84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B5067D-43D3-C87F-69E8-7FDDD54EA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1EF32C-B705-BD6D-2D89-E0B826F40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9A9C0-0DE4-427C-9487-EE878A006DD6}" type="datetime1">
              <a:rPr lang="de-DE" smtClean="0"/>
              <a:t>10.09.2025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78C874-54F6-69CE-0864-A28FCD626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Weiterbildung Data Analyst – Abschlussprojekt - Maximilian Mendeleev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3280F2-A0F4-315A-AD5A-69CF39241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192BB-0865-45A1-A6ED-5548F29CB2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037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4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6077A166-A2CF-5738-BD92-1233CF8C8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9303" y="1119116"/>
            <a:ext cx="2213635" cy="2213635"/>
          </a:xfrm>
          <a:prstGeom prst="rect">
            <a:avLst/>
          </a:prstGeom>
        </p:spPr>
      </p:pic>
      <p:sp>
        <p:nvSpPr>
          <p:cNvPr id="64" name="Right Triangle 5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5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BF6763-121B-052B-D79E-AA170FB30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4" y="3429000"/>
            <a:ext cx="8921672" cy="1713305"/>
          </a:xfrm>
        </p:spPr>
        <p:txBody>
          <a:bodyPr anchor="b">
            <a:normAutofit/>
          </a:bodyPr>
          <a:lstStyle/>
          <a:p>
            <a:pPr algn="l"/>
            <a:r>
              <a:rPr lang="de-DE" sz="8000"/>
              <a:t>Kreditrisikoanalyse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9248D5-253B-2EC1-F94A-8BA688F49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303" y="5142305"/>
            <a:ext cx="7321298" cy="753165"/>
          </a:xfrm>
        </p:spPr>
        <p:txBody>
          <a:bodyPr anchor="t">
            <a:normAutofit/>
          </a:bodyPr>
          <a:lstStyle/>
          <a:p>
            <a:pPr algn="l"/>
            <a:r>
              <a:rPr lang="de-DE" dirty="0"/>
              <a:t>Risikoklassen, Pricing &amp; Vergabeprozesse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24BD88-8037-1EC2-9894-4282E536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b="1" dirty="0">
                <a:solidFill>
                  <a:schemeClr val="tx1"/>
                </a:solidFill>
              </a:rPr>
              <a:t>Weiterbildung Data Analyst – Abschlussprojekt Maximilian Mendeleev</a:t>
            </a:r>
          </a:p>
        </p:txBody>
      </p:sp>
    </p:spTree>
    <p:extLst>
      <p:ext uri="{BB962C8B-B14F-4D97-AF65-F5344CB8AC3E}">
        <p14:creationId xmlns:p14="http://schemas.microsoft.com/office/powerpoint/2010/main" val="344403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E88C5A-7A03-1CAA-026B-2AC71934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de-DE" sz="4600"/>
              <a:t>Gliederung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Inhaltsplatzhalter 2">
            <a:extLst>
              <a:ext uri="{FF2B5EF4-FFF2-40B4-BE49-F238E27FC236}">
                <a16:creationId xmlns:a16="http://schemas.microsoft.com/office/drawing/2014/main" id="{09960BE0-22FB-AF99-164E-8A946F296E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91902"/>
              </p:ext>
            </p:extLst>
          </p:nvPr>
        </p:nvGraphicFramePr>
        <p:xfrm>
          <a:off x="5255260" y="1648870"/>
          <a:ext cx="4702848" cy="3560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E865AB-4D8A-86AE-5C1F-041D9438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65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435888-27AE-BDDD-7C05-28619DB8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de-DE" sz="4600"/>
              <a:t>Zielsetzung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Inhaltsplatzhalter 2">
            <a:extLst>
              <a:ext uri="{FF2B5EF4-FFF2-40B4-BE49-F238E27FC236}">
                <a16:creationId xmlns:a16="http://schemas.microsoft.com/office/drawing/2014/main" id="{49F473D2-AF13-4D29-3B0F-56481D740B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55260" y="1648870"/>
          <a:ext cx="4702848" cy="3560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EFB025-60C5-EB48-34E5-E5BF9458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092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22AACA-08A8-2FFB-8121-90CE41006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de-DE" sz="5600"/>
              <a:t>Daten &amp; Methodik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3E94C2-CD0D-DAB8-EECF-69CD3B7A1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de-DE" sz="2400" dirty="0"/>
              <a:t>Datensatz: </a:t>
            </a:r>
            <a:r>
              <a:rPr lang="de-DE" sz="2400" i="1" dirty="0" err="1"/>
              <a:t>Credit</a:t>
            </a:r>
            <a:r>
              <a:rPr lang="de-DE" sz="2400" i="1" dirty="0"/>
              <a:t> Risk Dataset</a:t>
            </a:r>
            <a:r>
              <a:rPr lang="de-DE" sz="2400" dirty="0"/>
              <a:t> (ca. 32 Tsd. Kredite)</a:t>
            </a:r>
          </a:p>
          <a:p>
            <a:r>
              <a:rPr lang="de-DE" sz="2400" dirty="0"/>
              <a:t>Variablen: Einkommen, Kreditsumme, Zinsen, Beschäftigungsdauer, Wohneigentum etc.</a:t>
            </a:r>
          </a:p>
          <a:p>
            <a:r>
              <a:rPr lang="de-DE" sz="2400" dirty="0"/>
              <a:t>Datensatz bereinigt</a:t>
            </a:r>
          </a:p>
          <a:p>
            <a:r>
              <a:rPr lang="de-DE" sz="2400" dirty="0"/>
              <a:t>Punkte-Logik für Risikoscore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035244-5675-C195-802A-53183F93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669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B1AFD8E-2F6F-3EAB-8EB6-1F7A1CFE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de-DE" sz="4100"/>
              <a:t>Risikomodell</a:t>
            </a:r>
          </a:p>
        </p:txBody>
      </p:sp>
      <p:cxnSp>
        <p:nvCxnSpPr>
          <p:cNvPr id="48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Inhaltsplatzhalter 2">
            <a:extLst>
              <a:ext uri="{FF2B5EF4-FFF2-40B4-BE49-F238E27FC236}">
                <a16:creationId xmlns:a16="http://schemas.microsoft.com/office/drawing/2014/main" id="{75794ECD-3D81-5B04-1A60-ADBB2EC93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859737"/>
              </p:ext>
            </p:extLst>
          </p:nvPr>
        </p:nvGraphicFramePr>
        <p:xfrm>
          <a:off x="5255260" y="1648870"/>
          <a:ext cx="4702848" cy="3560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111935-6436-7CC0-CEB0-FB83ACBF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274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AB1DDC-3628-FA91-C8BB-2A77910F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057101" cy="4480726"/>
          </a:xfrm>
        </p:spPr>
        <p:txBody>
          <a:bodyPr>
            <a:normAutofit/>
          </a:bodyPr>
          <a:lstStyle/>
          <a:p>
            <a:pPr algn="r"/>
            <a:r>
              <a:rPr lang="de-DE" sz="4100"/>
              <a:t>Ausfallquote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Inhaltsplatzhalter 36">
            <a:extLst>
              <a:ext uri="{FF2B5EF4-FFF2-40B4-BE49-F238E27FC236}">
                <a16:creationId xmlns:a16="http://schemas.microsoft.com/office/drawing/2014/main" id="{BDFD3959-8FB0-3383-FB4B-F8406D6BBE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1517082"/>
              </p:ext>
            </p:extLst>
          </p:nvPr>
        </p:nvGraphicFramePr>
        <p:xfrm>
          <a:off x="5244592" y="1188637"/>
          <a:ext cx="4895787" cy="4480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C1F264-0BE9-5005-4D00-29B98C07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12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296EBF84-3E32-FEFC-E8B1-1C404920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3" y="1403310"/>
            <a:ext cx="9613397" cy="1645246"/>
          </a:xfrm>
          <a:prstGeom prst="rect">
            <a:avLst/>
          </a:prstGeom>
        </p:spPr>
      </p:pic>
      <p:sp>
        <p:nvSpPr>
          <p:cNvPr id="52" name="Right Triangle 5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01E71EA-0A98-3EB1-CA9B-D3DDF4C1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Durchschnittswerte</a:t>
            </a:r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 </a:t>
            </a: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Risikoklasse</a:t>
            </a:r>
            <a:endParaRPr lang="en-US" sz="5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FF9E0-EF4A-BD1A-9E8D-48B16BAA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7769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82E0A1-B5B2-573F-A9AE-A24CE8443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de-DE" sz="3600" dirty="0"/>
              <a:t>Validierung des Risikomodells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5F2A1BC-E9AD-6FB9-63D3-7F1A6046DC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5260" y="1648870"/>
                <a:ext cx="4702848" cy="3560260"/>
              </a:xfrm>
            </p:spPr>
            <p:txBody>
              <a:bodyPr anchor="ctr">
                <a:normAutofit/>
              </a:bodyPr>
              <a:lstStyle/>
              <a:p>
                <a:r>
                  <a:rPr lang="de-DE" sz="2400" dirty="0"/>
                  <a:t>Prüfung auf linearen Zusammenhang</a:t>
                </a:r>
              </a:p>
              <a:p>
                <a:r>
                  <a:rPr lang="de-DE" sz="2400" b="1" dirty="0"/>
                  <a:t>Ergebnis:</a:t>
                </a:r>
                <a:r>
                  <a:rPr lang="de-DE" sz="2400" dirty="0"/>
                  <a:t> Korrelation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sz="2400">
                        <a:latin typeface="Cambria Math" panose="02040503050406030204" pitchFamily="18" charset="0"/>
                      </a:rPr>
                      <m:t>=0,49</m:t>
                    </m:r>
                  </m:oMath>
                </a14:m>
                <a:endParaRPr lang="de-DE" sz="2400" dirty="0"/>
              </a:p>
              <a:p>
                <a:r>
                  <a:rPr lang="de-DE" sz="2400" b="1" dirty="0"/>
                  <a:t>Fazit:</a:t>
                </a:r>
                <a:r>
                  <a:rPr lang="de-DE" sz="2400" dirty="0"/>
                  <a:t> Zusammenhang vorhanden, aber nicht perfekt linear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5F2A1BC-E9AD-6FB9-63D3-7F1A6046DC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5260" y="1648870"/>
                <a:ext cx="4702848" cy="3560260"/>
              </a:xfrm>
              <a:blipFill>
                <a:blip r:embed="rId3"/>
                <a:stretch>
                  <a:fillRect l="-168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F401F0B2-2185-433C-73EB-14C9D87D1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10" y="2987332"/>
            <a:ext cx="2717602" cy="579362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FD9F20-36FD-FDA3-01A2-FB450063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28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8F9541-1BAB-AF95-1D52-4167CDE2C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057101" cy="4480726"/>
          </a:xfrm>
        </p:spPr>
        <p:txBody>
          <a:bodyPr>
            <a:normAutofit/>
          </a:bodyPr>
          <a:lstStyle/>
          <a:p>
            <a:pPr algn="r"/>
            <a:r>
              <a:rPr lang="de-DE" sz="3600"/>
              <a:t>Validierung des Risikomodells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CA7B0F83-0ED0-20CE-0D43-28E1C65D5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064246"/>
              </p:ext>
            </p:extLst>
          </p:nvPr>
        </p:nvGraphicFramePr>
        <p:xfrm>
          <a:off x="5244592" y="1188637"/>
          <a:ext cx="4895787" cy="44807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9C050A-D042-46B3-517B-01D4E10F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691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CA02B5-6CD7-A12B-8516-1166F92B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de-DE" sz="6000"/>
              <a:t>Lift-Tabelle</a:t>
            </a:r>
          </a:p>
        </p:txBody>
      </p:sp>
      <p:pic>
        <p:nvPicPr>
          <p:cNvPr id="7" name="Inhaltsplatzhalter 6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59F54798-08F3-3944-8FDD-493EF3781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357" y="3127861"/>
            <a:ext cx="3533985" cy="250912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6538EEE-B856-6E58-703B-B628D75A7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260" y="3106540"/>
            <a:ext cx="3679262" cy="2511674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C1ECE7-47BD-8529-6B54-7CA3387A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977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10BF301-5BA2-3686-88FF-21D8743F4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3" y="1119116"/>
            <a:ext cx="6707314" cy="2213635"/>
          </a:xfrm>
          <a:prstGeom prst="rect">
            <a:avLst/>
          </a:prstGeom>
        </p:spPr>
      </p:pic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5821223-3757-E8AE-BA70-45F3677B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Workload-Planner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297355-EA9F-47B8-D4ED-B1085414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978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E4056E-5CCF-B145-1D4F-9C2980DB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de-DE" sz="6000" dirty="0"/>
              <a:t>Red-</a:t>
            </a:r>
            <a:r>
              <a:rPr lang="de-DE" sz="6000" dirty="0" err="1"/>
              <a:t>Flag</a:t>
            </a:r>
            <a:r>
              <a:rPr lang="de-DE" sz="5400" dirty="0"/>
              <a:t> Beispiele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6AA6BC3-37D6-CCFE-C981-D9D82ED7F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1863916"/>
            <a:ext cx="9548466" cy="84510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C40F64-3BCB-C05A-7CE5-3FC2F937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043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F42589-63D3-171A-FC53-B49E3C061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de-DE" sz="5000"/>
              <a:t>Fazit / Management-Summary</a:t>
            </a:r>
          </a:p>
        </p:txBody>
      </p:sp>
      <p:graphicFrame>
        <p:nvGraphicFramePr>
          <p:cNvPr id="26" name="Inhaltsplatzhalter 2">
            <a:extLst>
              <a:ext uri="{FF2B5EF4-FFF2-40B4-BE49-F238E27FC236}">
                <a16:creationId xmlns:a16="http://schemas.microsoft.com/office/drawing/2014/main" id="{5304E9BB-4DD0-0E29-EC53-D63AF1B8DF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5240" y="2969469"/>
          <a:ext cx="8074815" cy="280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A79512-70A0-A397-DD32-FD968E48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0471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E0FBE6C-C35C-3A10-9AA4-05CD3D4E8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de-DE" sz="6100"/>
              <a:t>Handlungsempfehlungen</a:t>
            </a:r>
          </a:p>
        </p:txBody>
      </p:sp>
      <p:graphicFrame>
        <p:nvGraphicFramePr>
          <p:cNvPr id="139" name="Inhaltsplatzhalter 2">
            <a:extLst>
              <a:ext uri="{FF2B5EF4-FFF2-40B4-BE49-F238E27FC236}">
                <a16:creationId xmlns:a16="http://schemas.microsoft.com/office/drawing/2014/main" id="{9B4FB554-954C-5E19-3CC8-6A0C61566D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5240" y="2969469"/>
          <a:ext cx="8074815" cy="280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19E333-92A1-DE87-E0C2-250FC424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041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4B5787-B077-821A-EF93-C805FE83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Vielen Dank für Eure Aufmerksamkeit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151638-D90C-200C-4786-682E3FA2E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Fragen?</a:t>
            </a:r>
          </a:p>
        </p:txBody>
      </p:sp>
      <p:cxnSp>
        <p:nvCxnSpPr>
          <p:cNvPr id="28" name="Straight Connector 2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9FB39B-552D-47A7-6067-170EA11F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192BB-0865-45A1-A6ED-5548F29CB252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97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2395</Words>
  <Application>Microsoft Office PowerPoint</Application>
  <PresentationFormat>Breitbild</PresentationFormat>
  <Paragraphs>330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</vt:lpstr>
      <vt:lpstr>Kreditrisikoanalyse</vt:lpstr>
      <vt:lpstr>Gliederung</vt:lpstr>
      <vt:lpstr>Zielsetzung</vt:lpstr>
      <vt:lpstr>Daten &amp; Methodik</vt:lpstr>
      <vt:lpstr>Risikomodell</vt:lpstr>
      <vt:lpstr>Ausfallquote</vt:lpstr>
      <vt:lpstr>Durchschnittswerte pro Risikoklasse</vt:lpstr>
      <vt:lpstr>Validierung des Risikomodells</vt:lpstr>
      <vt:lpstr>Validierung des Risikomodells</vt:lpstr>
      <vt:lpstr>Lift-Tabelle</vt:lpstr>
      <vt:lpstr>Workload-Planner</vt:lpstr>
      <vt:lpstr>Red-Flag Beispiele</vt:lpstr>
      <vt:lpstr>Fazit / Management-Summary</vt:lpstr>
      <vt:lpstr>Handlungsempfehlungen</vt:lpstr>
      <vt:lpstr>Vielen Dank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Maximilianm Mendeleev</dc:creator>
  <cp:lastModifiedBy>Maximilianm Mendeleev</cp:lastModifiedBy>
  <cp:revision>1</cp:revision>
  <dcterms:created xsi:type="dcterms:W3CDTF">2025-09-08T07:55:15Z</dcterms:created>
  <dcterms:modified xsi:type="dcterms:W3CDTF">2025-09-10T07:35:37Z</dcterms:modified>
</cp:coreProperties>
</file>